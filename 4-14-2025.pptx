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</p:sldMasterIdLst>
  <p:notesMasterIdLst>
    <p:notesMasterId r:id="rId32"/>
  </p:notesMasterIdLst>
  <p:handoutMasterIdLst>
    <p:handoutMasterId r:id="rId33"/>
  </p:handoutMasterIdLst>
  <p:sldIdLst>
    <p:sldId id="256" r:id="rId5"/>
    <p:sldId id="300" r:id="rId6"/>
    <p:sldId id="301" r:id="rId7"/>
    <p:sldId id="302" r:id="rId8"/>
    <p:sldId id="313" r:id="rId9"/>
    <p:sldId id="314" r:id="rId10"/>
    <p:sldId id="303" r:id="rId11"/>
    <p:sldId id="304" r:id="rId12"/>
    <p:sldId id="319" r:id="rId13"/>
    <p:sldId id="320" r:id="rId14"/>
    <p:sldId id="321" r:id="rId15"/>
    <p:sldId id="322" r:id="rId16"/>
    <p:sldId id="305" r:id="rId17"/>
    <p:sldId id="308" r:id="rId18"/>
    <p:sldId id="306" r:id="rId19"/>
    <p:sldId id="307" r:id="rId20"/>
    <p:sldId id="312" r:id="rId21"/>
    <p:sldId id="311" r:id="rId22"/>
    <p:sldId id="309" r:id="rId23"/>
    <p:sldId id="310" r:id="rId24"/>
    <p:sldId id="323" r:id="rId25"/>
    <p:sldId id="324" r:id="rId26"/>
    <p:sldId id="315" r:id="rId27"/>
    <p:sldId id="316" r:id="rId28"/>
    <p:sldId id="317" r:id="rId29"/>
    <p:sldId id="318" r:id="rId30"/>
    <p:sldId id="29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3F00"/>
    <a:srgbClr val="FFFFFF"/>
    <a:srgbClr val="E4B429"/>
    <a:srgbClr val="FFD54F"/>
    <a:srgbClr val="FFEA3D"/>
    <a:srgbClr val="FFFFAA"/>
    <a:srgbClr val="E0249A"/>
    <a:srgbClr val="0073CF"/>
    <a:srgbClr val="57068C"/>
    <a:srgbClr val="FFD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" y="3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92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E4E57-1CF6-4440-8310-3CBE926400C3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3DC02-E926-F143-BEA7-834664C01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2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E97C-1779-4CEE-80D0-5BBB1AC4023D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F7D1-689C-4BC1-B59B-4A4CE078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4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930DF486-3438-A340-9F75-BB86BE289D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605660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7E6BEA-9D28-86FA-D573-63E937A96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04DF45C-A64A-062F-9CED-3E842F488317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DB245BA-2894-CA76-0F75-D34749BB980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20A4491-7F26-FD1F-E922-D16588A2AF7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4467DA2-12C4-867B-1A08-D4BC12EE3119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B127630-A949-31A6-994A-2119B96BA2F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559227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E5E2D7B7-C046-952F-FFBF-CDF3C05A39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976B466-9D8C-A8C3-EB96-3631DC205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AAEAB53-3AF3-394F-5A0D-265C448ECA6E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D4BD0F5-AD43-7157-6853-3CD55084FE7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F12FAF-5A82-CC83-3020-79FECB6A9B1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E8C28B-8279-2C62-9323-C451CFBB294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9CBBFB6-9B79-D3A2-687E-255A236C9639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183547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University of Waterloo Faculty of Engineering logo">
            <a:extLst>
              <a:ext uri="{FF2B5EF4-FFF2-40B4-BE49-F238E27FC236}">
                <a16:creationId xmlns:a16="http://schemas.microsoft.com/office/drawing/2014/main" id="{C7842B6A-813C-FA45-B88D-CE413A77F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254931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769F524-D51C-40DB-F389-1673BFAA4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859F7A-5A85-CDB2-227D-E72CEFB48AF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C991028-4405-8861-5C0F-DDCED6AE10C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10B4E87-130B-529C-B325-CF2152D17DB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3B4BA68-9EA4-7A22-3621-B9ED64303A72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15C994C-FB53-4A65-2E87-41A181943148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895226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61486EB2-DBB7-6812-FFCB-C07E1DEE6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4CF5075-07D9-F9E3-0595-1A0D8C92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D24995-6F05-8ECB-D3BE-0691DF97B91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836C1D7-6B11-F5C9-0533-3719C5ECB00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69C97C2-B343-C17E-D528-65C442051DD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8ED34F6-8D98-D192-5DBF-F8BDC1DB62E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E4B2663-04FA-0615-C4BC-D798630AB8B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10676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0C9-B47E-4B33-A656-C78D1805DA95}" type="datetime1">
              <a:rPr lang="en-US" smtClean="0"/>
              <a:t>4/15/2025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32321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407696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908224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408752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228CE-C572-4AF5-9728-AA6E475873DD}" type="datetime1">
              <a:rPr lang="en-US" smtClean="0"/>
              <a:t>4/15/2025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883" y="434108"/>
            <a:ext cx="7046081" cy="895927"/>
          </a:xfrm>
        </p:spPr>
        <p:txBody>
          <a:bodyPr/>
          <a:lstStyle>
            <a:lvl1pPr>
              <a:defRPr b="1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3625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2" y="1709738"/>
            <a:ext cx="9399507" cy="2852737"/>
          </a:xfrm>
        </p:spPr>
        <p:txBody>
          <a:bodyPr anchor="b">
            <a:normAutofit/>
          </a:bodyPr>
          <a:lstStyle>
            <a:lvl1pPr algn="l">
              <a:defRPr sz="40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4589463"/>
            <a:ext cx="9399507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43AC-4B94-471D-A170-0D88FCD1FB54}" type="datetime1">
              <a:rPr lang="en-US" smtClean="0"/>
              <a:t>4/15/2025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02115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521" y="3228200"/>
            <a:ext cx="8770620" cy="1212056"/>
          </a:xfrm>
        </p:spPr>
        <p:txBody>
          <a:bodyPr anchor="b">
            <a:noAutofit/>
          </a:bodyPr>
          <a:lstStyle>
            <a:lvl1pPr algn="l">
              <a:defRPr sz="4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60521" y="4448086"/>
            <a:ext cx="8770620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2EFF9E2-52BD-4C8D-9C57-79F661DB94A1}" type="datetime1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8BDD71-5673-C3E4-61B8-8F8F04130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BF8245-E943-0D71-7CC0-09B6B4E3260B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2D8089-B052-A801-A878-B773A49F861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3A2417-24CA-2534-65B9-CAFF9B77F07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BD4852-C253-61D4-26E8-4222BFD9B55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DAFAF2-35DA-8050-8069-401CD4268EF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274830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81F3-AB4F-4026-8B03-DBF7475676B1}" type="datetime1">
              <a:rPr lang="en-US" smtClean="0"/>
              <a:t>4/15/2025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51648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1" y="1396192"/>
            <a:ext cx="5542713" cy="670270"/>
          </a:xfrm>
        </p:spPr>
        <p:txBody>
          <a:bodyPr anchor="b">
            <a:noAutofit/>
          </a:bodyPr>
          <a:lstStyle>
            <a:lvl1pPr marL="0" indent="0">
              <a:buNone/>
              <a:defRPr sz="2800" b="1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881" y="2184400"/>
            <a:ext cx="5542713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154" y="1396192"/>
            <a:ext cx="5593458" cy="67027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154" y="2184400"/>
            <a:ext cx="5593458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432B-3FBE-4889-963D-BF97BFBB7D3F}" type="datetime1">
              <a:rPr lang="en-US" smtClean="0"/>
              <a:t>4/15/2025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59864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CC04-1E76-41EE-A8AC-75AD85313D09}" type="datetime1">
              <a:rPr lang="en-US" smtClean="0"/>
              <a:t>4/15/2025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487075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4A9E-84AC-4661-9381-CC35B09E47F7}" type="datetime1">
              <a:rPr lang="en-US" smtClean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16560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1E55829F-8847-4C2A-8DD0-690EAD78E53F}" type="datetime1">
              <a:rPr lang="en-US" smtClean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F0E357-D0D7-C8D3-9BB9-CBCD595E2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F904F2D-EB5B-78C1-C9CD-AD22B98AAF2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3A6C96-3A16-4F62-35CE-95FC1296115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CB83E9C-7246-D12C-1E4F-7F8C8CACBCB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AA84279-81BF-BD14-75E3-45D84ED22AE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C3DEA0-E90A-8F4E-6FCC-22A0591AE8A4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767841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0071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4/15/2025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60400" y="2420360"/>
            <a:ext cx="108712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393007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B5677E-A76C-D8C2-715E-D2CC90E70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97014F-8428-CB57-EA94-4926AC5048D6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08710D-B7A2-5B78-4CA2-26A7E60D2EA8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BC1D33-6438-5920-7D04-F461F1F2C24C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584E8BE-411E-3D79-1AEB-CFBE9515CD5B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A2D3D3E-C28F-C346-1738-B63D4769D73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4198111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350285" y="807867"/>
            <a:ext cx="5440648" cy="54451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362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4/15/2025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3887245" cy="250337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79637" y="6335309"/>
            <a:ext cx="1016000" cy="250337"/>
          </a:xfrm>
        </p:spPr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44943" y="2409026"/>
            <a:ext cx="4950694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85436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288D66E9-C096-F7E5-4608-69F3BFAA0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20D476-3C3C-17FB-6B9D-62877266FDD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A3B59E-EB98-37C9-ABAF-5F298CBCB50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9ADF04-D661-134D-CEBE-7284FCA07F2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B66F9EB-2209-AA77-54BB-874DD242922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E99F41D-6A52-4E41-CCC6-4F322B85979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317354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/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4/15/2025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E3B45F-F7EF-7AC1-2F71-A8F707B47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7FF446-A027-DF9C-2EF7-BB8A71A92C2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4DBD243-4CC4-FC6A-A3EF-134F0475518A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51E8B32-A35D-0923-E7EE-4693F5A56614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4998BE-5F59-2840-05C4-7AFCED90F6C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71EFAE3-6B14-DE22-01D0-2E8AFF7CD36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7728093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5364A90-0797-F96E-F770-FF1A12CE0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350EA6-F3C3-B71A-2AE8-59D70268626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FD5CBB-2458-6136-9C90-A6C4B927AC9B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B84D87D-DBE9-B3EF-FFB3-C2AFE2A77403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F1F04D2-CB9A-2272-4643-01B4FAAC439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6161E2-6AF6-CD93-0C7B-DE95E53B4B4C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82872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AC575D-0FA9-A38D-9797-156B5AA8A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72D70FB-ADA6-5E6E-29B1-A1623DE361B1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40349B-8324-5C56-8910-78C4E6366CCD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D12A301-E6DF-7760-3D01-B0933E87104E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5F068C1-6FE1-DFD6-F0F5-A3F1F8A8E5C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3460B5-979B-9830-988B-CA56409C364F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502277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7225" y="4581236"/>
            <a:ext cx="10877550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80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4/15/2025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08F22C7D-C1E2-3043-B369-F9AA670BF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7" y="985586"/>
            <a:ext cx="6096143" cy="40752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7CA9BB1-9C2E-4569-BE1D-5D7F529E6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A410A60-FA9B-1ECF-958F-BC27BB5C2E9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CC5613F-FE3A-A7CF-B132-7779C8C132EE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EE9D1A7-9583-C584-47EB-0627750BD7C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6DCD87-2E74-CDA8-1BA0-3DE81AD3380C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D214E4-DEB6-B4CF-DF1D-A1A345D13201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9677358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3425" y="4682836"/>
            <a:ext cx="10725150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800" b="0" i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985586"/>
            <a:ext cx="6096143" cy="4075200"/>
          </a:xfrm>
          <a:prstGeom prst="rect">
            <a:avLst/>
          </a:prstGeom>
          <a:effectLst/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8C08A7A-273E-2AF6-423F-B3A31B4E8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364F3F-3B82-84E7-CBE7-02C3AEE04520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0B8ADAC-7828-B63A-D5DA-453F6E05F127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D015563-E92F-C342-9A7D-30F6A4E8A03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A7D1E3D-066D-CE3E-D814-48C37B5F91F3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511196A-9E52-FC64-5031-EB102393BE1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2082862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799131"/>
            <a:ext cx="6096143" cy="4075200"/>
          </a:xfrm>
          <a:prstGeom prst="rect">
            <a:avLst/>
          </a:prstGeom>
          <a:effectLst/>
        </p:spPr>
      </p:pic>
      <p:pic>
        <p:nvPicPr>
          <p:cNvPr id="16" name="Picture 15" descr="YOU+WATERLOO">
            <a:extLst>
              <a:ext uri="{FF2B5EF4-FFF2-40B4-BE49-F238E27FC236}">
                <a16:creationId xmlns:a16="http://schemas.microsoft.com/office/drawing/2014/main" id="{447C4EF9-A5C2-5947-9C94-BD3C8A011B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7315" y="4854114"/>
            <a:ext cx="1817370" cy="5143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13A5EE-7ACD-F44B-B9D4-9E14E16B8E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7482" y="5539328"/>
            <a:ext cx="3717036" cy="24345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5551F98-0A77-9BFF-9522-8E7ECCBB7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1BD5278-A732-132E-D1BB-5FC1F8CDD5E2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F4F076-A524-9C72-246E-4632FB7B683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66D408-FB48-5753-CC50-CD16F619FAF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B35BE29-48EB-34E3-E99E-5D6ECC453C11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53627FE-0E92-6205-F722-7C260F139C8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187465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University of Waterloo Faculty of Engineering logo">
            <a:extLst>
              <a:ext uri="{FF2B5EF4-FFF2-40B4-BE49-F238E27FC236}">
                <a16:creationId xmlns:a16="http://schemas.microsoft.com/office/drawing/2014/main" id="{75D18FC7-EB3D-A142-853C-7A6BC4BDE92C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19902" y="5992113"/>
            <a:ext cx="3262499" cy="89673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1413163"/>
            <a:ext cx="11569729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8014" y="6335309"/>
            <a:ext cx="1181114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FDFC970-B950-4395-A833-47227D4A68CA}" type="datetime1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882" y="6335309"/>
            <a:ext cx="5226517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8000" y="6335309"/>
            <a:ext cx="1016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370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14" r:id="rId2"/>
    <p:sldLayoutId id="2147483715" r:id="rId3"/>
    <p:sldLayoutId id="2147483716" r:id="rId4"/>
    <p:sldLayoutId id="2147483670" r:id="rId5"/>
    <p:sldLayoutId id="2147483693" r:id="rId6"/>
    <p:sldLayoutId id="2147483671" r:id="rId7"/>
    <p:sldLayoutId id="2147483690" r:id="rId8"/>
    <p:sldLayoutId id="2147483672" r:id="rId9"/>
    <p:sldLayoutId id="2147483673" r:id="rId10"/>
    <p:sldLayoutId id="2147483674" r:id="rId11"/>
    <p:sldLayoutId id="2147483675" r:id="rId12"/>
    <p:sldLayoutId id="2147483710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12" r:id="rId19"/>
    <p:sldLayoutId id="2147483713" r:id="rId20"/>
    <p:sldLayoutId id="2147483723" r:id="rId21"/>
  </p:sldLayoutIdLst>
  <p:transition spd="slow">
    <p:push dir="u"/>
  </p:transition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925" indent="-288925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Fateme Mohammad Mohammadi,</a:t>
            </a:r>
            <a:br>
              <a:rPr lang="en-US" dirty="0"/>
            </a:br>
            <a:r>
              <a:rPr lang="en-US" dirty="0"/>
              <a:t>Chemical Engineering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4/14/2025</a:t>
            </a:r>
          </a:p>
        </p:txBody>
      </p:sp>
    </p:spTree>
    <p:extLst>
      <p:ext uri="{BB962C8B-B14F-4D97-AF65-F5344CB8AC3E}">
        <p14:creationId xmlns:p14="http://schemas.microsoft.com/office/powerpoint/2010/main" val="11486365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D1752-1CD6-A400-56F4-A77D614D2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data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4239AD-F193-BEE0-FAE7-1C1C5C15D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CF2E22-4DF3-C91B-C10C-76C14F1A8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BD5739-5C1C-1235-A486-DE047328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416624-2144-BC1A-D577-044C639B1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785" y="1472033"/>
            <a:ext cx="5944430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83703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C66CE-0DC1-E66F-83B7-5F899AA3D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half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1CD034F-2CD3-97E1-9A44-30493728CC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0543" y="1412875"/>
            <a:ext cx="5809313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F49F9-8E0B-7176-0D1B-82884532D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F6B60E-5C61-6A77-0051-AA69D9289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60654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35190-9618-17E5-9E02-9101B1821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half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0EC6632-DE25-4D23-E455-3DEA31801C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9751" y="1412875"/>
            <a:ext cx="5830897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0A8306-0AA3-E3D3-C3B6-C4BF77EBA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F7780A-7519-2131-5A52-D13F49FC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64914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25F9C-6DFD-41C3-FDD2-E66429E2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half – 300 points – NN (used 600 points for prediction)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5255552-A018-521B-BB75-FBD03AEE78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6111" y="1412875"/>
            <a:ext cx="7138178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92186D-194E-B2D8-925E-E8AA6F633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351C76-C4B2-9419-5610-FE683477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3435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DB628-800E-35A1-C415-2405F6C9B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half – 300 points – KKT (used 600 points for prediction)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0EAF674-5374-3E05-D831-0CCC158B3E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5584" y="1412875"/>
            <a:ext cx="7299232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3FCAB2-5952-3745-B1FB-1F21CE3F6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159E2-D897-6198-7B2C-B01EFDD93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3854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C6338-5709-EE66-2452-FDF7166EF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half - Training – 300 points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5621B3-1181-15A7-3CAD-69BF6270D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35104-F64F-8695-31DB-E14EC3772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BDD0F7B-024B-33C0-57FC-5375071B5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38ACFC-FDBD-C02F-3892-830D6CB74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100" y="1699971"/>
            <a:ext cx="6439799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66929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E3AED-9149-1886-9F0C-3350BEA2C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half - Experiment – 300 points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73418-1A7F-6341-1E74-196B98DCB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DD6E9-F03C-9C45-0F82-489382554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F9B173F-0031-1502-E905-060D895D4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6301" y="1414936"/>
            <a:ext cx="6077798" cy="4591691"/>
          </a:xfrm>
        </p:spPr>
      </p:pic>
    </p:spTree>
    <p:extLst>
      <p:ext uri="{BB962C8B-B14F-4D97-AF65-F5344CB8AC3E}">
        <p14:creationId xmlns:p14="http://schemas.microsoft.com/office/powerpoint/2010/main" val="210994456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7B962-29DF-E375-5085-23005F25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half – 200 points - NN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790521-D2F0-4E5B-21E7-EB1D2318AA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0298" y="1412875"/>
            <a:ext cx="7049803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03D6AC-5C60-130C-0A39-FEFC4C2EE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926A9D-E2DA-C2D9-24C2-7D5F19C96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45018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2CDA9-497C-1908-95FB-2DB7ACFBD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half – 200 points - KTT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4493FC4-C594-3325-91AB-09CF41C8AF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6946" y="1412875"/>
            <a:ext cx="7076507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19916D-81CF-0939-5DCF-B68A7A68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13D2C-BD8A-0A76-567A-DB947A49B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47237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C2170-CADF-EF5C-6D6C-0995AF302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half - Training – 200 points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7961E6-5B6F-BB53-E61F-48B0AC317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9FDCF-F73C-72F0-CCD5-81289B39D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116244F-5589-4F4B-26B6-1E4B00C4BC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1165" y="1412875"/>
            <a:ext cx="8448070" cy="4595813"/>
          </a:xfrm>
        </p:spPr>
      </p:pic>
    </p:spTree>
    <p:extLst>
      <p:ext uri="{BB962C8B-B14F-4D97-AF65-F5344CB8AC3E}">
        <p14:creationId xmlns:p14="http://schemas.microsoft.com/office/powerpoint/2010/main" val="17466376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28150-0389-7050-8D49-34DF7AB3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half - Experiment – 200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C0E11E8-CDCE-3BBA-0166-1FD682059E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1266" y="1412875"/>
            <a:ext cx="6187867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B0C1EF-B7ED-440B-D5C1-0A47B8EFF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B5AB65-346E-D949-B6F1-610CBDDC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7180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98E6B-B692-670F-83A2-72397024F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half – 100 points - NN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7208658-9791-956A-E6BD-32F2B97C7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5845" y="1412875"/>
            <a:ext cx="7338710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AFC4F3-3F32-FBCE-1973-401B3CBA9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1F2A4-6D01-57F4-8AFC-A7B1948E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6386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B74A-FBD7-5A60-3208-6A62C90E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half – 100 points - KKT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895AAE1-38BB-0F3A-B51F-93185C117A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8588" y="1412875"/>
            <a:ext cx="7233223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EE9F6-C687-CDEF-C251-E8834876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EB47F-6FCE-96B6-5963-67D10F4EA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68835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4CAF-341B-F417-5239-48E19134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half - Training – 100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A9D6110-CE9F-A216-281A-6A90111BCC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2140" y="1412875"/>
            <a:ext cx="8606120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60C5D4-F19D-2D4B-2444-0238E638B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E9356B-D944-9BB6-FB1A-D197FE6ED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34465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8B908-AF88-820E-39A1-3F3E7D098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half - Experiment – 100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3267F5C-CFFF-7F27-6A3B-C19A0EFFAA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8921" y="1412875"/>
            <a:ext cx="6092557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B66684-E704-3937-6531-AEC736CB4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455E6-2A66-8186-947F-3A4D55FB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993694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53451-D74E-DEC6-CCB1-F87E1C0E3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half – 50 points - NN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2D7741-4E85-0402-C8FF-F24B221C9B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8884" y="1412875"/>
            <a:ext cx="6912632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91F7A-23FC-5226-2D33-6333354B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07E25C-C735-57DF-153A-AB9A2FCA8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312499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EFDB0-1246-AA2A-52BF-BDA69F6F5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half – 50 points - KKT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C5FEF6B-41D7-49EF-C141-270F41AB2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8477" y="1412875"/>
            <a:ext cx="7193446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B4A54C-EBC5-F0C4-AE54-797746D46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A7263F-0AED-B16F-1F4D-2EB682ED1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942128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12569-3F3E-B171-31B4-F9F31483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half - Training – 50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140E923-7947-C79D-0212-3CBE92EE43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3879" y="1905542"/>
            <a:ext cx="6382641" cy="3610479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DAA0B4-08E0-C822-8701-95CCF0223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AFBA2B-D10A-51F5-B8C6-D94BAA9CA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90768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1F6DF-E8A0-0A97-CB44-55F371F82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half - Experiment – 50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76E396F-688C-1244-9521-404FC03829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480" b="767"/>
          <a:stretch/>
        </p:blipFill>
        <p:spPr>
          <a:xfrm>
            <a:off x="3195364" y="1510748"/>
            <a:ext cx="5801271" cy="449248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EBE75F-D680-F199-BE9D-666A50EBA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87B1BA-ED26-D366-97C0-29C241EB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354384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B1AC-5B16-4201-C9AF-CEDFE2285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half - Training – 50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99BF9E1-435D-1131-B15D-6B3F3579D7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4353" y="1905542"/>
            <a:ext cx="6401693" cy="3610479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4C18DA-3B6E-B6EC-E271-02BD2BCA0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EE64D2-8C99-8B8A-9E5D-DA0D25D9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58907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D25D8-00FD-820E-40C4-D5021EAB1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half – Experiment – 50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438E7D2-8F0C-C14B-032A-D462C32E9E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74"/>
          <a:stretch/>
        </p:blipFill>
        <p:spPr>
          <a:xfrm>
            <a:off x="3039880" y="1466850"/>
            <a:ext cx="6010640" cy="454183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EA91A-CDBE-D441-AF5E-101424731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D460B-493A-B105-3C3F-A02BBAFC3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115520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3CAC1-AC44-6864-A348-5D33F75B8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half - Training – 100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85D1896-4D88-0A0F-67E2-DE5E8B07DD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3019" y="1412875"/>
            <a:ext cx="8384362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BD8925-4D19-185D-0085-06C8AECE2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A3AA2-D192-2BD9-5AFF-31B136D6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25692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A6315-CDA1-2F9D-61C8-834966307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half - Experiment – 100 points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315ED6-7B25-4C63-BBD9-B7564DACD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24EBF-FE76-7F07-50A3-F70CD7A80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5E496A2-13B6-89B7-7629-809608DF03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3301" y="1412875"/>
            <a:ext cx="6183797" cy="4595813"/>
          </a:xfrm>
        </p:spPr>
      </p:pic>
    </p:spTree>
    <p:extLst>
      <p:ext uri="{BB962C8B-B14F-4D97-AF65-F5344CB8AC3E}">
        <p14:creationId xmlns:p14="http://schemas.microsoft.com/office/powerpoint/2010/main" val="4271818351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04CEB-9DF7-15D8-73A6-64809C0BE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half - Training – 300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55FBCA8-FF83-AECA-62E0-3C67EFA712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9363" y="1412875"/>
            <a:ext cx="8531673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01094-3618-1869-54C1-A6C6D9C6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34FCC-85A3-B440-1682-57EF01EA8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742605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FCD2A-1010-AEC9-79E7-76DD489A5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half - Experiment – 300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A6EC4B-1424-B04B-4BDB-918686FF6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9782" y="1412875"/>
            <a:ext cx="6150835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F908F3-CBD2-63DD-9ED8-E1C01BAED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0BD00A-E282-9C04-46DF-05AB86786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535424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Listening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37934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UofWaterloo_WhiteBkgrd">
  <a:themeElements>
    <a:clrScheme name="UWaterloo Engineering">
      <a:dk1>
        <a:srgbClr val="000000"/>
      </a:dk1>
      <a:lt1>
        <a:srgbClr val="FFFFFF"/>
      </a:lt1>
      <a:dk2>
        <a:srgbClr val="757575"/>
      </a:dk2>
      <a:lt2>
        <a:srgbClr val="D6D6D6"/>
      </a:lt2>
      <a:accent1>
        <a:srgbClr val="B45DCB"/>
      </a:accent1>
      <a:accent2>
        <a:srgbClr val="0C0C0C"/>
      </a:accent2>
      <a:accent3>
        <a:srgbClr val="865DA4"/>
      </a:accent3>
      <a:accent4>
        <a:srgbClr val="C2A8F0"/>
      </a:accent4>
      <a:accent5>
        <a:srgbClr val="5D0096"/>
      </a:accent5>
      <a:accent6>
        <a:srgbClr val="865DA4"/>
      </a:accent6>
      <a:hlink>
        <a:srgbClr val="5D0096"/>
      </a:hlink>
      <a:folHlink>
        <a:srgbClr val="595959"/>
      </a:folHlink>
    </a:clrScheme>
    <a:fontScheme name="Custom 3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ulty_of_engineering_powerpoint_template_16-9_widescreen" id="{987C9BB4-A0D7-4E4D-8D46-56A52F7D2DA8}" vid="{9C87E2C4-D19B-8F42-9558-536F7D440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35D3CEC2F76A4CA1EC3507E2D03D36" ma:contentTypeVersion="16" ma:contentTypeDescription="Create a new document." ma:contentTypeScope="" ma:versionID="bb97bee70b1606bbb700640dacabe47f">
  <xsd:schema xmlns:xsd="http://www.w3.org/2001/XMLSchema" xmlns:xs="http://www.w3.org/2001/XMLSchema" xmlns:p="http://schemas.microsoft.com/office/2006/metadata/properties" xmlns:ns2="9bed8fe0-fd4c-4f92-9936-a2497f3396f6" xmlns:ns3="5d8f0207-1964-4a5e-9049-2927796093eb" targetNamespace="http://schemas.microsoft.com/office/2006/metadata/properties" ma:root="true" ma:fieldsID="5de26a37e5c2406e777d4ddd47cd8e40" ns2:_="" ns3:_="">
    <xsd:import namespace="9bed8fe0-fd4c-4f92-9936-a2497f3396f6"/>
    <xsd:import namespace="5d8f0207-1964-4a5e-9049-2927796093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ed8fe0-fd4c-4f92-9936-a2497f3396f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ba7b523d-fb2c-44c1-96a9-2a2e1bedae48}" ma:internalName="TaxCatchAll" ma:showField="CatchAllData" ma:web="9bed8fe0-fd4c-4f92-9936-a2497f3396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8f0207-1964-4a5e-9049-2927796093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bf906fe-3e8e-4b22-a6fd-bde302b921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8f0207-1964-4a5e-9049-2927796093eb">
      <Terms xmlns="http://schemas.microsoft.com/office/infopath/2007/PartnerControls"/>
    </lcf76f155ced4ddcb4097134ff3c332f>
    <TaxCatchAll xmlns="9bed8fe0-fd4c-4f92-9936-a2497f3396f6" xsi:nil="true"/>
  </documentManagement>
</p:properties>
</file>

<file path=customXml/itemProps1.xml><?xml version="1.0" encoding="utf-8"?>
<ds:datastoreItem xmlns:ds="http://schemas.openxmlformats.org/officeDocument/2006/customXml" ds:itemID="{87F4C4DB-07ED-49AD-9A79-4094EE45E6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796CB3A-B122-4517-855C-0F4A88E98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ed8fe0-fd4c-4f92-9936-a2497f3396f6"/>
    <ds:schemaRef ds:uri="5d8f0207-1964-4a5e-9049-2927796093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46C92BA-2C15-4648-8094-8AE24EF764A2}">
  <ds:schemaRefs>
    <ds:schemaRef ds:uri="http://schemas.microsoft.com/office/2006/metadata/properties"/>
    <ds:schemaRef ds:uri="http://schemas.microsoft.com/office/infopath/2007/PartnerControls"/>
    <ds:schemaRef ds:uri="5d8f0207-1964-4a5e-9049-2927796093eb"/>
    <ds:schemaRef ds:uri="9bed8fe0-fd4c-4f92-9936-a2497f3396f6"/>
  </ds:schemaRefs>
</ds:datastoreItem>
</file>

<file path=docMetadata/LabelInfo.xml><?xml version="1.0" encoding="utf-8"?>
<clbl:labelList xmlns:clbl="http://schemas.microsoft.com/office/2020/mipLabelMetadata">
  <clbl:label id="{723a5a87-f39a-4a22-9247-3fc240c01396}" enabled="0" method="" siteId="{723a5a87-f39a-4a22-9247-3fc240c0139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engineering_powerpoint_template_16-9_widescreen</Template>
  <TotalTime>10331</TotalTime>
  <Words>293</Words>
  <Application>Microsoft Office PowerPoint</Application>
  <PresentationFormat>Widescreen</PresentationFormat>
  <Paragraphs>81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Barlow Condensed</vt:lpstr>
      <vt:lpstr>Calibri</vt:lpstr>
      <vt:lpstr>Georgia</vt:lpstr>
      <vt:lpstr>Verdana</vt:lpstr>
      <vt:lpstr>Wingdings</vt:lpstr>
      <vt:lpstr>UofWaterloo_WhiteBkgrd</vt:lpstr>
      <vt:lpstr>Research Progress Update</vt:lpstr>
      <vt:lpstr>Original data</vt:lpstr>
      <vt:lpstr>First half</vt:lpstr>
      <vt:lpstr>Second half</vt:lpstr>
      <vt:lpstr>First half – 300 points – NN (used 600 points for prediction)</vt:lpstr>
      <vt:lpstr>First half – 300 points – KKT (used 600 points for prediction)</vt:lpstr>
      <vt:lpstr>First half - Training – 300 points</vt:lpstr>
      <vt:lpstr>First half - Experiment – 300 points</vt:lpstr>
      <vt:lpstr>First half – 200 points - NN</vt:lpstr>
      <vt:lpstr>First half – 200 points - KTT</vt:lpstr>
      <vt:lpstr>First half - Training – 200 points</vt:lpstr>
      <vt:lpstr>First half - Experiment – 200 points</vt:lpstr>
      <vt:lpstr>First half – 100 points - NN</vt:lpstr>
      <vt:lpstr>First half – 100 points - KKT</vt:lpstr>
      <vt:lpstr>First half - Training – 100 points</vt:lpstr>
      <vt:lpstr>First half - Experiment – 100 points</vt:lpstr>
      <vt:lpstr>First half – 50 points - NN</vt:lpstr>
      <vt:lpstr>First half – 50 points - KKT</vt:lpstr>
      <vt:lpstr>First half - Training – 50 points</vt:lpstr>
      <vt:lpstr>First half - Experiment – 50 points</vt:lpstr>
      <vt:lpstr>Second half - Training – 50 points</vt:lpstr>
      <vt:lpstr>Second half – Experiment – 50 points</vt:lpstr>
      <vt:lpstr>Second half - Training – 100 points</vt:lpstr>
      <vt:lpstr>Second half - Experiment – 100 points</vt:lpstr>
      <vt:lpstr>Second half - Training – 300 points</vt:lpstr>
      <vt:lpstr>Second half - Experiment – 300 points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 Mohammad Mohammadi</dc:creator>
  <cp:lastModifiedBy>Fateme Mohammad Mohammadi</cp:lastModifiedBy>
  <cp:revision>107</cp:revision>
  <dcterms:created xsi:type="dcterms:W3CDTF">2024-09-20T14:42:09Z</dcterms:created>
  <dcterms:modified xsi:type="dcterms:W3CDTF">2025-04-16T18:25:24Z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0x0101009535D3CEC2F76A4CA1EC3507E2D03D36</vt:lpwstr>
  </property>
</Properties>
</file>