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17728-41CB-ECD0-136D-3FCFB8CC9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F40D1C-68ED-9EC8-6609-E2726D2F9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C76D3-7A32-AD66-47A1-6747E1D5F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D9BB-A8A8-45BD-9BFF-1FBCB7EE757E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FEE70-4C31-1E15-E795-162C69BB2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F77B9-9B47-59AA-D4E9-6870CA2BB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7353-EF86-4B38-AD66-469CCA650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31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0870F-CB5D-0F5C-1900-7B8679341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A8108-6540-F26B-470A-3247ED1C5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5AEE9-FDB1-0AE1-C417-E0B866D50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D9BB-A8A8-45BD-9BFF-1FBCB7EE757E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BBEAD-1576-CD44-52DA-71915F37F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13042-6B13-7AB6-7120-167B10F4B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7353-EF86-4B38-AD66-469CCA650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628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C13B8-5D31-CF8C-072D-888AED524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831BA-1860-C8DD-B18F-17EEAB93C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969BF-D5A5-B92F-09C6-5BDC15F66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D9BB-A8A8-45BD-9BFF-1FBCB7EE757E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3DC34-29D6-5118-D143-AAD00D141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E0600-B65E-DA21-AF2A-B3723AB83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7353-EF86-4B38-AD66-469CCA650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111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5F753-8750-47B0-E781-E0315C407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87D19-7682-FB87-B365-529FC435FD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CA2D3C-2D1C-A04F-1C3A-6A9FF77BA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C4515-DAAF-FFC8-2AF6-8763F7A7C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D9BB-A8A8-45BD-9BFF-1FBCB7EE757E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E2567-EFB5-1ACF-B539-01A6E7420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97FA6-CB11-3735-4AE4-C0E660A0D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7353-EF86-4B38-AD66-469CCA650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969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B182D-3F72-307E-9CA6-619831E49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BCDD9-9A33-AF68-EAAF-CE23C81F1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B83680-CA88-D66B-0788-7F422D35F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BE61FC-0388-DEB5-E9E8-23BE780D0C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10553F-218B-682F-51BB-F59C96914E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8A26F9-356F-A16B-3BD7-4038D74E4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D9BB-A8A8-45BD-9BFF-1FBCB7EE757E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D7F7E2-F707-F875-ED9E-F164A40AE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F11003-9C19-B16F-9802-6F40C7A02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7353-EF86-4B38-AD66-469CCA650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10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C8AE7-5DDA-5F06-F4C0-E3149C8D4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E49C04-9448-E762-F1A7-0C81BDA42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D9BB-A8A8-45BD-9BFF-1FBCB7EE757E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C4C47D-5C5A-F62D-C076-CF72D0F8A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3E55B6-5AAD-8B52-1FF5-25BCFB451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7353-EF86-4B38-AD66-469CCA650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93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9005C-5288-8AB0-6EB6-5BC42B663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D9BB-A8A8-45BD-9BFF-1FBCB7EE757E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31A2D2-67AF-CA80-DCBF-D3953D158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53C24-781B-1FBB-A031-866AB0B57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7353-EF86-4B38-AD66-469CCA650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2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94637-222A-854A-B679-71588CF07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0CE7E-C4E0-3A46-6689-0D748CC4E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0C30AE-BD47-6DA7-36B8-4D7C871BC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82165-27AB-5560-2269-D42D6B888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D9BB-A8A8-45BD-9BFF-1FBCB7EE757E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7E4E7-A28A-DD61-1774-03246DE8E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17BA8-0FE0-2E58-3C83-8328F920F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7353-EF86-4B38-AD66-469CCA650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92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6FC58-5590-30F6-6B4D-993DBC3A5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3B8E8C-F6EF-3B96-D9BD-BCAE3E746C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8E734D-EB6E-C418-E382-434BE3547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55182-419B-8ED5-FB09-D3204BD46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D9BB-A8A8-45BD-9BFF-1FBCB7EE757E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1FEFE0-371D-6420-1E44-7593438B9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AF917-B0E5-9458-4135-C192CDEF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7353-EF86-4B38-AD66-469CCA650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639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655DF-962D-BA51-3B95-179961A59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42C2C1-0646-459E-734D-4A35CB531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A2882-D3C4-1C11-233B-D512BCF0F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D9BB-A8A8-45BD-9BFF-1FBCB7EE757E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6441A-D3DE-5300-742A-92C9E5B13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A9C04-7FB1-D731-D0A9-53335327D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7353-EF86-4B38-AD66-469CCA650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67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DBFB9C-FA4F-9D08-5BD4-E1750DDF9C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9A440F-0737-7C94-66AA-773F1EA96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B04D8-59A9-A93D-CEE0-1822B288F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D9BB-A8A8-45BD-9BFF-1FBCB7EE757E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F12FB-D8CF-05A0-4204-A305C8233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34E0D-1CB0-22DB-3B23-653B28654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7353-EF86-4B38-AD66-469CCA650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388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0694A9-B686-A311-51A8-66DC1C1C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33D10-11A4-625B-8F6A-F328CC9F2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AEB37-1DE7-F2E8-EEB2-AA94D9857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3D9BB-A8A8-45BD-9BFF-1FBCB7EE757E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02FED-8622-5A5E-558E-614B21C135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2C8C6-EF61-8359-D94C-268DDCF77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EC7353-EF86-4B38-AD66-469CCA650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372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515DF-84DC-53FF-3505-7D1DD4CD3B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3/10/2025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B73EAE-38E5-DD93-4975-FE24F843E5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6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FC240-824C-CBA6-49DD-4B4A1E74A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995530-EB18-E3CE-3471-51D09910E0F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971" y="1825625"/>
            <a:ext cx="656805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5994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49095-BEA1-3A71-7407-DE0760A6A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Training- CSTR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074D6A-F35A-90E0-711D-53F344D3EC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4556"/>
          <a:stretch/>
        </p:blipFill>
        <p:spPr>
          <a:xfrm>
            <a:off x="1118493" y="2634265"/>
            <a:ext cx="9955014" cy="2336087"/>
          </a:xfrm>
        </p:spPr>
      </p:pic>
    </p:spTree>
    <p:extLst>
      <p:ext uri="{BB962C8B-B14F-4D97-AF65-F5344CB8AC3E}">
        <p14:creationId xmlns:p14="http://schemas.microsoft.com/office/powerpoint/2010/main" val="2890708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FCBE3-D910-A739-5A4A-8509AA971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Experiment- CSTR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56C7D1-0452-72A0-56D1-2927CA927F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2335"/>
          <a:stretch/>
        </p:blipFill>
        <p:spPr>
          <a:xfrm>
            <a:off x="1637678" y="2462792"/>
            <a:ext cx="8916644" cy="2082048"/>
          </a:xfrm>
        </p:spPr>
      </p:pic>
    </p:spTree>
    <p:extLst>
      <p:ext uri="{BB962C8B-B14F-4D97-AF65-F5344CB8AC3E}">
        <p14:creationId xmlns:p14="http://schemas.microsoft.com/office/powerpoint/2010/main" val="863075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5479E-3814-EC46-2208-7EF8618C0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work-training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260275-D6F1-8203-FD1B-FE72B2975E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3664"/>
          <a:stretch/>
        </p:blipFill>
        <p:spPr>
          <a:xfrm>
            <a:off x="1366177" y="2534240"/>
            <a:ext cx="9459645" cy="2239780"/>
          </a:xfrm>
        </p:spPr>
      </p:pic>
    </p:spTree>
    <p:extLst>
      <p:ext uri="{BB962C8B-B14F-4D97-AF65-F5344CB8AC3E}">
        <p14:creationId xmlns:p14="http://schemas.microsoft.com/office/powerpoint/2010/main" val="627263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EB18A-7173-3048-655E-025C774D3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work-experiment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0BE0F1-F73F-5D0C-0D0C-79529AE30D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0019" y="2953398"/>
            <a:ext cx="9211961" cy="2095792"/>
          </a:xfrm>
        </p:spPr>
      </p:pic>
    </p:spTree>
    <p:extLst>
      <p:ext uri="{BB962C8B-B14F-4D97-AF65-F5344CB8AC3E}">
        <p14:creationId xmlns:p14="http://schemas.microsoft.com/office/powerpoint/2010/main" val="3975437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1DBAB-0AFC-C79E-9C66-89C5108F0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work- NN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F75BB6-BFC6-8F11-E030-49C6F308E3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7448" y="1825625"/>
            <a:ext cx="8417104" cy="4351338"/>
          </a:xfrm>
        </p:spPr>
      </p:pic>
    </p:spTree>
    <p:extLst>
      <p:ext uri="{BB962C8B-B14F-4D97-AF65-F5344CB8AC3E}">
        <p14:creationId xmlns:p14="http://schemas.microsoft.com/office/powerpoint/2010/main" val="141745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CFC5-E216-FDE4-9F5C-A009744CF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work- KKT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39C618-8B75-98EC-DF95-5AD9C6F38A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3693" y="1825625"/>
            <a:ext cx="8884613" cy="4351338"/>
          </a:xfrm>
        </p:spPr>
      </p:pic>
    </p:spTree>
    <p:extLst>
      <p:ext uri="{BB962C8B-B14F-4D97-AF65-F5344CB8AC3E}">
        <p14:creationId xmlns:p14="http://schemas.microsoft.com/office/powerpoint/2010/main" val="1151170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1422</TotalTime>
  <Words>15</Words>
  <Application>Microsoft Office PowerPoint</Application>
  <PresentationFormat>Widescreen</PresentationFormat>
  <Paragraphs>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3/10/2025</vt:lpstr>
      <vt:lpstr>PowerPoint Presentation</vt:lpstr>
      <vt:lpstr>Training- CSTR</vt:lpstr>
      <vt:lpstr>Experiment- CSTR</vt:lpstr>
      <vt:lpstr>Our work-training</vt:lpstr>
      <vt:lpstr>Our work-experiment</vt:lpstr>
      <vt:lpstr>Our work- NN</vt:lpstr>
      <vt:lpstr>Our work- KKT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Fateme Mohammad Mohammadi</dc:creator>
  <cp:lastModifiedBy>Fateme Mohammad Mohammadi</cp:lastModifiedBy>
  <cp:revision>15</cp:revision>
  <dcterms:created xsi:type="dcterms:W3CDTF">2025-03-10T14:47:16Z</dcterms:created>
  <dcterms:modified xsi:type="dcterms:W3CDTF">2025-03-25T17:15:18Z</dcterms:modified>
</cp:coreProperties>
</file>