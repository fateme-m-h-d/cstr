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1" r:id="rId4"/>
    <p:sldId id="262" r:id="rId5"/>
    <p:sldId id="257" r:id="rId6"/>
    <p:sldId id="258" r:id="rId7"/>
    <p:sldId id="259" r:id="rId8"/>
    <p:sldId id="260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22F72-9858-2879-7276-2232004092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FB985C-3C2F-10C5-0925-D6D1DB0C4D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05D88-8386-096D-037C-6277C5EF8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C7A6C-2541-4195-9B91-7426066FCF69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2423E-9214-C4B7-39A5-4FB626DD1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A62F7-1E0F-D65A-FF15-ACB668710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E0601-E61B-4A2F-9782-8DED9EAD8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606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8551B-0E74-9F85-6370-4F039F9A7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466AB-D516-507D-07FC-43C7DB4E2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C2D028-C8A7-9ACE-15F1-D50F7FA9C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C7A6C-2541-4195-9B91-7426066FCF69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05CC1-4A4E-1AFE-D0E4-2465B3E5A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C8B83-F802-7232-7414-BCA90015A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E0601-E61B-4A2F-9782-8DED9EAD8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951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C8224-C878-D1A4-6759-BC056D747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89960-574A-BA1B-F7C9-C605C5014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088154-E166-F11E-971D-067CB795D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C7A6C-2541-4195-9B91-7426066FCF69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422E8-AB3A-9595-A006-B351909D2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04FDB-4588-DE94-3189-BCC1B8AF8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E0601-E61B-4A2F-9782-8DED9EAD8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301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3B67C-EA94-C3A6-41BC-0EE531D88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F9483-F33C-BDD2-C141-5DF8AD8CD3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98A64D-FE05-C0D7-E772-B32CA05757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B47281-9F5A-5EF0-FCA9-47F245118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C7A6C-2541-4195-9B91-7426066FCF69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D3C0F5-2874-B526-BAEE-196CB8061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F1098C-449A-78E1-4B44-B09E80C01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E0601-E61B-4A2F-9782-8DED9EAD8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490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9102E-BED7-793F-7FB7-DC2BF3B7E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C18AA1-10EA-CB7B-D60D-E639A15FC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E62C4A-D358-1261-6F42-8764D1DE16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E89374-A442-8790-07E0-E89D07D178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B7E81B-0BB0-78F3-466E-F414EE3492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46D9C2-54FD-53EF-F9CA-C9B82CA8D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C7A6C-2541-4195-9B91-7426066FCF69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906730-02F4-6AE5-88BB-2B2585AB5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95C5DA-2331-186A-04AE-E510FE487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E0601-E61B-4A2F-9782-8DED9EAD8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75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A7F95-5B96-5D77-59AB-47CE0CDF5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2426CC-8D8B-95C5-01E6-82FBFD268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C7A6C-2541-4195-9B91-7426066FCF69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31DB73-991F-7056-0300-F28F6C657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327992-A938-33F2-C427-63EEFD09F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E0601-E61B-4A2F-9782-8DED9EAD8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368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128011-E645-0CD8-56A7-D9D52AE2B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C7A6C-2541-4195-9B91-7426066FCF69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E2EBBF-1B31-B885-8471-65BFC0A70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A0A51C-E163-3DAF-782D-06877DF5C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E0601-E61B-4A2F-9782-8DED9EAD8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752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0AE12-EA91-B3E3-9806-7823DFF9E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BE580-D3D1-8FBC-B9C1-7DD1C04B1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A33D3-F2B0-5D5F-8D69-60A186082D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17B6A3-E943-89AE-3925-9A3BEFF0B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C7A6C-2541-4195-9B91-7426066FCF69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C0A45-1420-9DA8-0AE9-70168AB5F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4266A9-439B-31ED-EEFA-9D75E056E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E0601-E61B-4A2F-9782-8DED9EAD8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215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59C06-0064-B8E4-2420-AFC64F63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FE3887-9687-7EB2-BF97-D99DA3879B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C8647A-8E02-BF35-D511-1F6A855690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79B350-D01D-EF0C-E6C5-CF6A972C7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C7A6C-2541-4195-9B91-7426066FCF69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B7EDD6-9DBD-126B-1157-DFD53F0B2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A74AF7-E3C6-AF74-B490-1230032A2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E0601-E61B-4A2F-9782-8DED9EAD8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167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37BFB-2517-A0F2-16B0-3AFD4758C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315C1-F47C-4D8D-CDA1-97283309D9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835BB-FDBB-A077-D578-7AEC7C3A4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C7A6C-2541-4195-9B91-7426066FCF69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9C0DC2-CE00-5B00-125A-A2BAEB177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C52F9-AB5F-0F3D-407F-42B2D17FA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E0601-E61B-4A2F-9782-8DED9EAD8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475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DC9D8D-09F1-14E2-9255-A969E8014F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06E363-DF23-68DE-FA42-D3A26BDB5C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E78DE-42C7-C089-CD40-7997E6F1B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C7A6C-2541-4195-9B91-7426066FCF69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39DE2A-A1FF-D84C-460F-52157F384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CA900-D9F7-F310-12DA-76D1E7C91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E0601-E61B-4A2F-9782-8DED9EAD8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85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AD11DB-AC36-5379-DE31-1E59089C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6F94DA-FDE8-3BFD-B410-06592E843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C144B-9F7B-F622-513C-A2D721AAA0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1C7A6C-2541-4195-9B91-7426066FCF69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A13E9-73BF-D11A-5DED-181605C93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86520-976E-A21E-5E4A-C9CAE54F26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5E0601-E61B-4A2F-9782-8DED9EAD8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98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60D1A-4088-C2E7-2213-1CBD0A343E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2/24/2025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A409FC-9021-A2EF-8447-DE688C5F19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147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87EA7-B644-5797-9275-6D8BE4B2F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batch gradient descent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11F392-5ED0-9A9F-9F79-2658F7AB0F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5382" y="1825625"/>
            <a:ext cx="8261236" cy="4351338"/>
          </a:xfrm>
        </p:spPr>
      </p:pic>
    </p:spTree>
    <p:extLst>
      <p:ext uri="{BB962C8B-B14F-4D97-AF65-F5344CB8AC3E}">
        <p14:creationId xmlns:p14="http://schemas.microsoft.com/office/powerpoint/2010/main" val="455083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910CB-D75E-3BB9-541F-AEB190E6C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run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3AA7AD-5FCE-0931-2091-B62E30BA71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6175" y="1825625"/>
            <a:ext cx="8379650" cy="4351338"/>
          </a:xfrm>
        </p:spPr>
      </p:pic>
    </p:spTree>
    <p:extLst>
      <p:ext uri="{BB962C8B-B14F-4D97-AF65-F5344CB8AC3E}">
        <p14:creationId xmlns:p14="http://schemas.microsoft.com/office/powerpoint/2010/main" val="2389752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A6933-0070-BAE1-7F45-4E795FEEF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violation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06F0A7-ACF6-B9A8-4431-5128D36E8B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9036" y="1825625"/>
            <a:ext cx="8173928" cy="4351338"/>
          </a:xfrm>
        </p:spPr>
      </p:pic>
    </p:spTree>
    <p:extLst>
      <p:ext uri="{BB962C8B-B14F-4D97-AF65-F5344CB8AC3E}">
        <p14:creationId xmlns:p14="http://schemas.microsoft.com/office/powerpoint/2010/main" val="34442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35BEF-6497-C769-5DCD-BD045BC91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effectLst/>
                <a:cs typeface="Times New Roman" panose="02020603050405020304" pitchFamily="18" charset="0"/>
              </a:rPr>
              <a:t>Full batch </a:t>
            </a:r>
            <a:r>
              <a:rPr lang="en-US" dirty="0">
                <a:cs typeface="Times New Roman" panose="02020603050405020304" pitchFamily="18" charset="0"/>
              </a:rPr>
              <a:t>GD with </a:t>
            </a:r>
            <a:r>
              <a:rPr lang="en-US" b="0" dirty="0">
                <a:effectLst/>
                <a:cs typeface="Times New Roman" panose="02020603050405020304" pitchFamily="18" charset="0"/>
              </a:rPr>
              <a:t>momentum=0.9</a:t>
            </a:r>
            <a:endParaRPr lang="en-US" dirty="0"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97F438-72B4-2829-E9E1-E750E783F1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6511" y="1825625"/>
            <a:ext cx="7658978" cy="4351338"/>
          </a:xfrm>
        </p:spPr>
      </p:pic>
    </p:spTree>
    <p:extLst>
      <p:ext uri="{BB962C8B-B14F-4D97-AF65-F5344CB8AC3E}">
        <p14:creationId xmlns:p14="http://schemas.microsoft.com/office/powerpoint/2010/main" val="1841603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41451-0B00-C4FE-163A-BA797C8DE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Violation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9BF40E-B4B7-C0FF-F3CC-DBA92017F4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8770" y="1825625"/>
            <a:ext cx="7714459" cy="4351338"/>
          </a:xfrm>
        </p:spPr>
      </p:pic>
    </p:spTree>
    <p:extLst>
      <p:ext uri="{BB962C8B-B14F-4D97-AF65-F5344CB8AC3E}">
        <p14:creationId xmlns:p14="http://schemas.microsoft.com/office/powerpoint/2010/main" val="2795554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2883A-93D8-D5DC-B604-DA97A990C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Without momentum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871157-E627-B9E6-53DF-98B8D41A97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6690" y="1825625"/>
            <a:ext cx="7758620" cy="4351338"/>
          </a:xfrm>
        </p:spPr>
      </p:pic>
    </p:spTree>
    <p:extLst>
      <p:ext uri="{BB962C8B-B14F-4D97-AF65-F5344CB8AC3E}">
        <p14:creationId xmlns:p14="http://schemas.microsoft.com/office/powerpoint/2010/main" val="2033160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2AF8F-E7ED-D17D-0DBC-C77F87D37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Without momentum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5B5ABF-B6E3-3958-33F7-78B2DE1B05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9212" y="1825625"/>
            <a:ext cx="8013575" cy="4351338"/>
          </a:xfrm>
        </p:spPr>
      </p:pic>
    </p:spTree>
    <p:extLst>
      <p:ext uri="{BB962C8B-B14F-4D97-AF65-F5344CB8AC3E}">
        <p14:creationId xmlns:p14="http://schemas.microsoft.com/office/powerpoint/2010/main" val="1766480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8193D-55F3-2CAC-1A8F-47795A580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KKT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0B1BEBC-0256-B96D-BBE1-E9030C82D2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5197" y="1825625"/>
            <a:ext cx="5021606" cy="4351338"/>
          </a:xfrm>
        </p:spPr>
      </p:pic>
    </p:spTree>
    <p:extLst>
      <p:ext uri="{BB962C8B-B14F-4D97-AF65-F5344CB8AC3E}">
        <p14:creationId xmlns:p14="http://schemas.microsoft.com/office/powerpoint/2010/main" val="481797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61CBD-EB66-6C10-74F0-36594E204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79D343-B6B2-AA2D-1C1B-F7CA02AF8A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94788" y="1825625"/>
            <a:ext cx="5602423" cy="4351338"/>
          </a:xfrm>
        </p:spPr>
      </p:pic>
    </p:spTree>
    <p:extLst>
      <p:ext uri="{BB962C8B-B14F-4D97-AF65-F5344CB8AC3E}">
        <p14:creationId xmlns:p14="http://schemas.microsoft.com/office/powerpoint/2010/main" val="1595425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3577</TotalTime>
  <Words>22</Words>
  <Application>Microsoft Office PowerPoint</Application>
  <PresentationFormat>Widescreen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Office Theme</vt:lpstr>
      <vt:lpstr>2/24/2025</vt:lpstr>
      <vt:lpstr>Full batch gradient descent</vt:lpstr>
      <vt:lpstr>Another run</vt:lpstr>
      <vt:lpstr>violation</vt:lpstr>
      <vt:lpstr>Full batch GD with momentum=0.9</vt:lpstr>
      <vt:lpstr>Violation</vt:lpstr>
      <vt:lpstr>Without momentum</vt:lpstr>
      <vt:lpstr>Without momentum</vt:lpstr>
      <vt:lpstr>KKT</vt:lpstr>
      <vt:lpstr>NN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Fateme Mohammad Mohammadi</dc:creator>
  <cp:lastModifiedBy>Fateme Mohammad Mohammadi</cp:lastModifiedBy>
  <cp:revision>13</cp:revision>
  <dcterms:created xsi:type="dcterms:W3CDTF">2025-02-24T03:54:57Z</dcterms:created>
  <dcterms:modified xsi:type="dcterms:W3CDTF">2025-03-03T22:46:58Z</dcterms:modified>
</cp:coreProperties>
</file>