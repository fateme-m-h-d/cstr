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60" r:id="rId8"/>
    <p:sldId id="265" r:id="rId9"/>
    <p:sldId id="262" r:id="rId10"/>
    <p:sldId id="266" r:id="rId11"/>
    <p:sldId id="261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3" autoAdjust="0"/>
    <p:restoredTop sz="93124" autoAdjust="0"/>
  </p:normalViewPr>
  <p:slideViewPr>
    <p:cSldViewPr snapToGrid="0">
      <p:cViewPr varScale="1">
        <p:scale>
          <a:sx n="56" d="100"/>
          <a:sy n="56" d="100"/>
        </p:scale>
        <p:origin x="9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F7D1-689C-4BC1-B59B-4A4CE078EC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1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Progress Update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740" y="1028940"/>
            <a:ext cx="9605660" cy="1474115"/>
          </a:xfrm>
        </p:spPr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</p:spPr>
        <p:txBody>
          <a:bodyPr/>
          <a:lstStyle/>
          <a:p>
            <a:r>
              <a:rPr lang="en-US" dirty="0"/>
              <a:t>7/19/2025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7D06-9DEE-FC6D-433B-EC312935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 – 200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0CE08F-5E85-4FE5-9700-A6C28E1F7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73" y="1412875"/>
            <a:ext cx="850225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72BDA-AC6B-BED4-D221-45E32230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DB4EE-77E2-0D7B-3123-DAB2BD96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07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26D6-F0DF-ECFC-E3C8-E8EBF2D60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وقتیکه تعداد نقاط رو از 500 به 700 تغییر دادم.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C5C72D-30C3-F76D-B842-0F706C553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9673" y="1412875"/>
            <a:ext cx="813105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7431E-8737-7F3A-26EB-77E1237C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EACC3-7087-E3E1-3EB2-24877871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110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B0270-89BC-E7EE-61FD-3D71F8CA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80F5E1-89EB-1F99-8EB8-941FC89CD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0328" y="1412875"/>
            <a:ext cx="742974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05443-0370-4D8B-470F-3EE6B852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C10C-6ECB-CB87-5BAE-3A5B0077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9620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96D2-10D9-FBEB-AF93-4E33C55B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D3C0BA-BC34-F052-F3B0-02F11AD87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6366" y="1412875"/>
            <a:ext cx="825766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5DC1A-679E-E4A5-8A06-9655D7C3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1FCD9-C91C-AB6F-E6B0-6C3A0488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46032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B68E-37D1-C9BF-0D70-10A69004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AA509B-D83F-6F25-64B4-9E7EC3FB3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657" y="1412875"/>
            <a:ext cx="824108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B4416-E63F-3313-2A31-46CB0DBA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BC703-661C-4B1B-2042-B62E3ED3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8589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6952-5F03-5981-7BA3-4A31938D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– abs – no subtraction from original linearized form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3F32A8-CD24-444C-CEEA-0787DA0B0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829" y="1412875"/>
            <a:ext cx="8124741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B374A-AD3D-AAC5-DF7C-1DD0D46C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9092F-33D3-EA74-E90F-C9F49358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1369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2226-05D7-8A11-1F1A-ED21417B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6A86A8-BA88-A603-A96B-3B827CA1B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4906" y="1453041"/>
            <a:ext cx="5820587" cy="451548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5A2551-033E-AB25-0B85-35BFB7AF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4A1D0-A13F-C868-BFE2-B3057842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74790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A2C5-D6D4-B817-D89D-8F3D75B5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EC4068-2A52-FFDC-F3C6-5A6ACE299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160" y="1412875"/>
            <a:ext cx="7250079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56FF8-6B36-0163-6AD2-46D40477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3BE2D-5531-08BB-1513-9C021CCA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8124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BCE7-0161-5562-4264-F54B5E10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925136-C4D6-A05A-C48D-E90CCED42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8920" y="1412875"/>
            <a:ext cx="611256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5988A-40B5-3F36-E1F8-6EE758E6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317DF-59D8-C380-9E0C-727E89A5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75933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96976</TotalTime>
  <Words>74</Words>
  <Application>Microsoft Office PowerPoint</Application>
  <PresentationFormat>Widescreen</PresentationFormat>
  <Paragraphs>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Violation – 200 sample points</vt:lpstr>
      <vt:lpstr>وقتیکه تعداد نقاط رو از 500 به 700 تغییر دادم.</vt:lpstr>
      <vt:lpstr>PowerPoint Presentation</vt:lpstr>
      <vt:lpstr>PowerPoint Presentation</vt:lpstr>
      <vt:lpstr>PowerPoint Presentation</vt:lpstr>
      <vt:lpstr>Scatter – abs – no subtraction from original linearized form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317</cp:revision>
  <dcterms:created xsi:type="dcterms:W3CDTF">2024-09-20T14:42:09Z</dcterms:created>
  <dcterms:modified xsi:type="dcterms:W3CDTF">2025-08-07T16:05:28Z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