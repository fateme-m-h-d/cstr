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7" r:id="rId6"/>
    <p:sldId id="258" r:id="rId7"/>
    <p:sldId id="260" r:id="rId8"/>
    <p:sldId id="265" r:id="rId9"/>
    <p:sldId id="262" r:id="rId10"/>
    <p:sldId id="261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83" autoAdjust="0"/>
    <p:restoredTop sz="93124" autoAdjust="0"/>
  </p:normalViewPr>
  <p:slideViewPr>
    <p:cSldViewPr snapToGrid="0">
      <p:cViewPr varScale="1">
        <p:scale>
          <a:sx n="56" d="100"/>
          <a:sy n="56" d="100"/>
        </p:scale>
        <p:origin x="90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CEF7D1-689C-4BC1-B59B-4A4CE078ECD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1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7/29/2025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7/29/2025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Progress Update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740" y="1028940"/>
            <a:ext cx="9605660" cy="1474115"/>
          </a:xfrm>
        </p:spPr>
        <p:txBody>
          <a:bodyPr/>
          <a:lstStyle/>
          <a:p>
            <a:r>
              <a:rPr lang="en-US" dirty="0"/>
              <a:t>Research Progress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>
            <a:normAutofit/>
          </a:bodyPr>
          <a:lstStyle/>
          <a:p>
            <a:r>
              <a:rPr lang="en-US" dirty="0"/>
              <a:t>Fateme Mohammad Mohammadi,</a:t>
            </a:r>
            <a:br>
              <a:rPr lang="en-US" dirty="0"/>
            </a:br>
            <a:r>
              <a:rPr lang="en-US" dirty="0"/>
              <a:t>Chemical Engineering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</p:spPr>
        <p:txBody>
          <a:bodyPr/>
          <a:lstStyle/>
          <a:p>
            <a:r>
              <a:rPr lang="en-US" dirty="0"/>
              <a:t>7/19/2025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37D06-9DEE-FC6D-433B-EC3129357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Violation – 200 sample points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0CE08F-5E85-4FE5-9700-A6C28E1F7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94073" y="1412875"/>
            <a:ext cx="8502254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772BDA-AC6B-BED4-D221-45E32230C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7DB4EE-77E2-0D7B-3123-DAB2BD962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0074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A26D6-F0DF-ECFC-E3C8-E8EBF2D60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وقتیکه تعداد نقاط رو از 500 به 700 تغییر دادم.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3C5C72D-30C3-F76D-B842-0F706C553F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79673" y="1412875"/>
            <a:ext cx="8131054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F7431E-8737-7F3A-26EB-77E1237C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3EACC3-7087-E3E1-3EB2-24877871D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7110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B0270-89BC-E7EE-61FD-3D71F8CA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80F5E1-89EB-1F99-8EB8-941FC89CD7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0328" y="1412875"/>
            <a:ext cx="7429743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105443-0370-4D8B-470F-3EE6B8525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C10C-6ECB-CB87-5BAE-3A5B00778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96201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B96D2-10D9-FBEB-AF93-4E33C55B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FD3C0BA-BC34-F052-F3B0-02F11AD87F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6366" y="1412875"/>
            <a:ext cx="8257667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05DC1A-679E-E4A5-8A06-9655D7C3F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A1FCD9-C91C-AB6F-E6B0-6C3A04884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646032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4B68E-37D1-C9BF-0D70-10A690041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4AA509B-D83F-6F25-64B4-9E7EC3FB3A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24657" y="1412875"/>
            <a:ext cx="8241086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1B4416-E63F-3313-2A31-46CB0DBA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EBC703-661C-4B1B-2042-B62E3ED33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88589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F2226-05D7-8A11-1F1A-ED21417B6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76A86A8-BA88-A603-A96B-3B827CA1B3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4906" y="1453041"/>
            <a:ext cx="5820587" cy="451548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5A2551-033E-AB25-0B85-35BFB7AF9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4A1D0-A13F-C868-BFE2-B30578429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7479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AA2C5-D6D4-B817-D89D-8F3D75B54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EC4068-2A52-FFDC-F3C6-5A6ACE2997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0160" y="1412875"/>
            <a:ext cx="7250079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56FF8-6B36-0163-6AD2-46D40477D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13BE2D-5531-08BB-1513-9C021CCA9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881242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7BCE7-0161-5562-4264-F54B5E10E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E925136-C4D6-A05A-C48D-E90CCED428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8920" y="1412875"/>
            <a:ext cx="6112560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E5988A-40B5-3F36-E1F8-6EE758E64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5317DF-59D8-C380-9E0C-727E89A5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375933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ulty_of_engineering_powerpoint_template_16-9_widescreen" id="{987C9BB4-A0D7-4E4D-8D46-56A52F7D2DA8}" vid="{9C87E2C4-D19B-8F42-9558-536F7D440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Props1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docMetadata/LabelInfo.xml><?xml version="1.0" encoding="utf-8"?>
<clbl:labelList xmlns:clbl="http://schemas.microsoft.com/office/2020/mipLabelMetadata">
  <clbl:label id="{723a5a87-f39a-4a22-9247-3fc240c01396}" enabled="0" method="" siteId="{723a5a87-f39a-4a22-9247-3fc240c013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engineering_powerpoint_template_16-9_widescreen</Template>
  <TotalTime>85266</TotalTime>
  <Words>60</Words>
  <Application>Microsoft Office PowerPoint</Application>
  <PresentationFormat>Widescreen</PresentationFormat>
  <Paragraphs>22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Barlow Condensed</vt:lpstr>
      <vt:lpstr>Calibri</vt:lpstr>
      <vt:lpstr>Georgia</vt:lpstr>
      <vt:lpstr>Verdana</vt:lpstr>
      <vt:lpstr>Wingdings</vt:lpstr>
      <vt:lpstr>UofWaterloo_WhiteBkgrd</vt:lpstr>
      <vt:lpstr>Research Progress Update</vt:lpstr>
      <vt:lpstr>Violation – 200 sample points</vt:lpstr>
      <vt:lpstr>وقتیکه تعداد نقاط رو از 500 به 700 تغییر دادم.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Fateme Mohammad Mohammadi</dc:creator>
  <cp:lastModifiedBy>Fateme Mohammad Mohammadi</cp:lastModifiedBy>
  <cp:revision>316</cp:revision>
  <dcterms:created xsi:type="dcterms:W3CDTF">2024-09-20T14:42:09Z</dcterms:created>
  <dcterms:modified xsi:type="dcterms:W3CDTF">2025-07-30T12:55:46Z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