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8" r:id="rId4"/>
  </p:sldMasterIdLst>
  <p:notesMasterIdLst>
    <p:notesMasterId r:id="rId18"/>
  </p:notesMasterIdLst>
  <p:handoutMasterIdLst>
    <p:handoutMasterId r:id="rId19"/>
  </p:handoutMasterIdLst>
  <p:sldIdLst>
    <p:sldId id="256" r:id="rId5"/>
    <p:sldId id="257" r:id="rId6"/>
    <p:sldId id="262" r:id="rId7"/>
    <p:sldId id="258" r:id="rId8"/>
    <p:sldId id="259" r:id="rId9"/>
    <p:sldId id="261" r:id="rId10"/>
    <p:sldId id="260" r:id="rId11"/>
    <p:sldId id="266" r:id="rId12"/>
    <p:sldId id="268" r:id="rId13"/>
    <p:sldId id="267" r:id="rId14"/>
    <p:sldId id="263" r:id="rId15"/>
    <p:sldId id="265" r:id="rId16"/>
    <p:sldId id="264" r:id="rId1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93F00"/>
    <a:srgbClr val="FFFFFF"/>
    <a:srgbClr val="E4B429"/>
    <a:srgbClr val="FFD54F"/>
    <a:srgbClr val="FFEA3D"/>
    <a:srgbClr val="FFFFAA"/>
    <a:srgbClr val="E0249A"/>
    <a:srgbClr val="0073CF"/>
    <a:srgbClr val="57068C"/>
    <a:srgbClr val="FFDB4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3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383" autoAdjust="0"/>
    <p:restoredTop sz="88489" autoAdjust="0"/>
  </p:normalViewPr>
  <p:slideViewPr>
    <p:cSldViewPr snapToGrid="0">
      <p:cViewPr varScale="1">
        <p:scale>
          <a:sx n="53" d="100"/>
          <a:sy n="53" d="100"/>
        </p:scale>
        <p:origin x="1008" y="4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30" d="100"/>
        <a:sy n="30" d="100"/>
      </p:scale>
      <p:origin x="0" y="0"/>
    </p:cViewPr>
  </p:sorterViewPr>
  <p:notesViewPr>
    <p:cSldViewPr snapToGrid="0">
      <p:cViewPr varScale="1">
        <p:scale>
          <a:sx n="85" d="100"/>
          <a:sy n="85" d="100"/>
        </p:scale>
        <p:origin x="3928" y="168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notesMaster" Target="notesMasters/notesMaster1.xml"/><Relationship Id="rId3" Type="http://schemas.openxmlformats.org/officeDocument/2006/relationships/customXml" Target="../customXml/item3.xml"/><Relationship Id="rId21" Type="http://schemas.openxmlformats.org/officeDocument/2006/relationships/viewProps" Target="view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tableStyles" Target="tableStyles.xml"/><Relationship Id="rId10" Type="http://schemas.openxmlformats.org/officeDocument/2006/relationships/slide" Target="slides/slide6.xml"/><Relationship Id="rId19" Type="http://schemas.openxmlformats.org/officeDocument/2006/relationships/handoutMaster" Target="handoutMasters/handout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30E4E57-1CF6-4440-8310-3CBE926400C3}" type="datetimeFigureOut">
              <a:rPr lang="en-US" smtClean="0"/>
              <a:t>8/4/2025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B33DC02-E926-F143-BEA7-834664C012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41246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B78E97C-1779-4CEE-80D0-5BBB1AC4023D}" type="datetimeFigureOut">
              <a:rPr lang="en-US" smtClean="0"/>
              <a:t>8/4/2025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CCEF7D1-689C-4BC1-B59B-4A4CE078ECD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114318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6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University of Waterloo Faculty of Engineering logo">
            <a:extLst>
              <a:ext uri="{FF2B5EF4-FFF2-40B4-BE49-F238E27FC236}">
                <a16:creationId xmlns:a16="http://schemas.microsoft.com/office/drawing/2014/main" id="{930DF486-3438-A340-9F75-BB86BE289DE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850" y="5600284"/>
            <a:ext cx="4567498" cy="1255431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452740" y="1028940"/>
            <a:ext cx="9605660" cy="1474115"/>
          </a:xfrm>
        </p:spPr>
        <p:txBody>
          <a:bodyPr lIns="0" anchor="b">
            <a:noAutofit/>
          </a:bodyPr>
          <a:lstStyle>
            <a:lvl1pPr algn="l">
              <a:defRPr sz="5400" b="1" cap="all" baseline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 dirty="0"/>
              <a:t>CLICK TO EDIT MASTER TITLE SLIDE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52740" y="4266821"/>
            <a:ext cx="5486243" cy="666549"/>
          </a:xfrm>
        </p:spPr>
        <p:txBody>
          <a:bodyPr lIns="0" anchor="t">
            <a:normAutofit/>
          </a:bodyPr>
          <a:lstStyle>
            <a:lvl1pPr marL="0" indent="0" algn="l">
              <a:buNone/>
              <a:defRPr sz="1500" b="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2740" y="2642329"/>
            <a:ext cx="1182916" cy="377962"/>
          </a:xfrm>
          <a:solidFill>
            <a:schemeClr val="accent3"/>
          </a:solidFill>
        </p:spPr>
        <p:txBody>
          <a:bodyPr/>
          <a:lstStyle>
            <a:lvl1pPr>
              <a:defRPr sz="110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fld id="{A318C6E2-4AA5-436E-9815-715E9B2235FA}" type="datetime1">
              <a:rPr lang="en-US" smtClean="0"/>
              <a:pPr/>
              <a:t>8/4/2025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6623674" y="6377231"/>
            <a:ext cx="4293708" cy="250337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148416" y="6377231"/>
            <a:ext cx="553900" cy="250337"/>
          </a:xfrm>
        </p:spPr>
        <p:txBody>
          <a:bodyPr/>
          <a:lstStyle>
            <a:lvl1pPr algn="ctr">
              <a:defRPr/>
            </a:lvl1pPr>
          </a:lstStyle>
          <a:p>
            <a:fld id="{93005692-73BE-493E-93AB-ECD6027A7652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127E6BEA-9D28-86FA-D573-63E937A96B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0"/>
            <a:ext cx="12192000" cy="397164"/>
            <a:chOff x="0" y="0"/>
            <a:chExt cx="12192000" cy="397164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704DF45C-A64A-062F-9CED-3E842F488317}"/>
                </a:ext>
              </a:extLst>
            </p:cNvPr>
            <p:cNvSpPr/>
            <p:nvPr userDrawn="1"/>
          </p:nvSpPr>
          <p:spPr>
            <a:xfrm>
              <a:off x="1" y="198582"/>
              <a:ext cx="3082197" cy="19858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3DB245BA-2894-CA76-0F75-D34749BB9804}"/>
                </a:ext>
              </a:extLst>
            </p:cNvPr>
            <p:cNvSpPr/>
            <p:nvPr userDrawn="1"/>
          </p:nvSpPr>
          <p:spPr>
            <a:xfrm>
              <a:off x="3050818" y="198582"/>
              <a:ext cx="3047061" cy="198582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520A4491-7F26-FD1F-E922-D16588A2AF7F}"/>
                </a:ext>
              </a:extLst>
            </p:cNvPr>
            <p:cNvSpPr/>
            <p:nvPr userDrawn="1"/>
          </p:nvSpPr>
          <p:spPr>
            <a:xfrm>
              <a:off x="6097879" y="198582"/>
              <a:ext cx="3047061" cy="198582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64467DA2-12C4-867B-1A08-D4BC12EE3119}"/>
                </a:ext>
              </a:extLst>
            </p:cNvPr>
            <p:cNvSpPr/>
            <p:nvPr userDrawn="1"/>
          </p:nvSpPr>
          <p:spPr>
            <a:xfrm>
              <a:off x="9144939" y="198582"/>
              <a:ext cx="3047061" cy="198582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AB127630-A949-31A6-994A-2119B96BA2FB}"/>
                </a:ext>
              </a:extLst>
            </p:cNvPr>
            <p:cNvSpPr/>
            <p:nvPr userDrawn="1"/>
          </p:nvSpPr>
          <p:spPr>
            <a:xfrm>
              <a:off x="0" y="0"/>
              <a:ext cx="12191999" cy="198582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515592275"/>
      </p:ext>
    </p:extLst>
  </p:cSld>
  <p:clrMapOvr>
    <a:masterClrMapping/>
  </p:clrMapOvr>
  <p:transition spd="slow">
    <p:push dir="u"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with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/>
          <p:cNvSpPr>
            <a:spLocks noGrp="1"/>
          </p:cNvSpPr>
          <p:nvPr>
            <p:ph type="pic" sz="quarter" idx="13"/>
          </p:nvPr>
        </p:nvSpPr>
        <p:spPr>
          <a:xfrm>
            <a:off x="6094124" y="397164"/>
            <a:ext cx="6097876" cy="6460836"/>
          </a:xfr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452740" y="1028940"/>
            <a:ext cx="5486243" cy="1474115"/>
          </a:xfrm>
        </p:spPr>
        <p:txBody>
          <a:bodyPr lIns="0" anchor="b">
            <a:noAutofit/>
          </a:bodyPr>
          <a:lstStyle>
            <a:lvl1pPr algn="l">
              <a:defRPr sz="5400" b="1" cap="all" baseline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 dirty="0"/>
              <a:t>CLICK TO EDIT MASTER TITLE SLIDE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52740" y="4266821"/>
            <a:ext cx="5486243" cy="666549"/>
          </a:xfrm>
        </p:spPr>
        <p:txBody>
          <a:bodyPr lIns="0" anchor="t">
            <a:normAutofit/>
          </a:bodyPr>
          <a:lstStyle>
            <a:lvl1pPr marL="0" indent="0" algn="l">
              <a:buNone/>
              <a:defRPr sz="1500" b="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2740" y="2642329"/>
            <a:ext cx="1182916" cy="377962"/>
          </a:xfrm>
          <a:solidFill>
            <a:schemeClr val="accent3"/>
          </a:solidFill>
        </p:spPr>
        <p:txBody>
          <a:bodyPr/>
          <a:lstStyle>
            <a:lvl1pPr>
              <a:defRPr sz="110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fld id="{A318C6E2-4AA5-436E-9815-715E9B2235FA}" type="datetime1">
              <a:rPr lang="en-US" smtClean="0"/>
              <a:pPr/>
              <a:t>8/4/2025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6623674" y="6377231"/>
            <a:ext cx="4293708" cy="250337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148416" y="6377231"/>
            <a:ext cx="553900" cy="250337"/>
          </a:xfrm>
        </p:spPr>
        <p:txBody>
          <a:bodyPr/>
          <a:lstStyle>
            <a:lvl1pPr algn="ctr">
              <a:defRPr/>
            </a:lvl1pPr>
          </a:lstStyle>
          <a:p>
            <a:fld id="{93005692-73BE-493E-93AB-ECD6027A7652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4" name="Picture 3" descr="University of Waterloo Faculty of Engineering logo">
            <a:extLst>
              <a:ext uri="{FF2B5EF4-FFF2-40B4-BE49-F238E27FC236}">
                <a16:creationId xmlns:a16="http://schemas.microsoft.com/office/drawing/2014/main" id="{E5E2D7B7-C046-952F-FFBF-CDF3C05A39B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850" y="5600284"/>
            <a:ext cx="4567498" cy="1255431"/>
          </a:xfrm>
          <a:prstGeom prst="rect">
            <a:avLst/>
          </a:prstGeom>
        </p:spPr>
      </p:pic>
      <p:grpSp>
        <p:nvGrpSpPr>
          <p:cNvPr id="5" name="Group 4">
            <a:extLst>
              <a:ext uri="{FF2B5EF4-FFF2-40B4-BE49-F238E27FC236}">
                <a16:creationId xmlns:a16="http://schemas.microsoft.com/office/drawing/2014/main" id="{F976B466-9D8C-A8C3-EB96-3631DC2050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0"/>
            <a:ext cx="12192000" cy="397164"/>
            <a:chOff x="0" y="0"/>
            <a:chExt cx="12192000" cy="397164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CAAEAB53-3AF3-394F-5A0D-265C448ECA6E}"/>
                </a:ext>
              </a:extLst>
            </p:cNvPr>
            <p:cNvSpPr/>
            <p:nvPr userDrawn="1"/>
          </p:nvSpPr>
          <p:spPr>
            <a:xfrm>
              <a:off x="1" y="198582"/>
              <a:ext cx="3082197" cy="19858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9D4BD0F5-AD43-7157-6853-3CD55084FE74}"/>
                </a:ext>
              </a:extLst>
            </p:cNvPr>
            <p:cNvSpPr/>
            <p:nvPr userDrawn="1"/>
          </p:nvSpPr>
          <p:spPr>
            <a:xfrm>
              <a:off x="3050818" y="198582"/>
              <a:ext cx="3047061" cy="198582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CDF12FAF-5A82-CC83-3020-79FECB6A9B1D}"/>
                </a:ext>
              </a:extLst>
            </p:cNvPr>
            <p:cNvSpPr/>
            <p:nvPr userDrawn="1"/>
          </p:nvSpPr>
          <p:spPr>
            <a:xfrm>
              <a:off x="6097879" y="198582"/>
              <a:ext cx="3047061" cy="198582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8DE8C28B-8279-2C62-9323-C451CFBB2946}"/>
                </a:ext>
              </a:extLst>
            </p:cNvPr>
            <p:cNvSpPr/>
            <p:nvPr userDrawn="1"/>
          </p:nvSpPr>
          <p:spPr>
            <a:xfrm>
              <a:off x="9144939" y="198582"/>
              <a:ext cx="3047061" cy="198582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89CBBFB6-9B79-D3A2-687E-255A236C9639}"/>
                </a:ext>
              </a:extLst>
            </p:cNvPr>
            <p:cNvSpPr/>
            <p:nvPr userDrawn="1"/>
          </p:nvSpPr>
          <p:spPr>
            <a:xfrm>
              <a:off x="0" y="0"/>
              <a:ext cx="12191999" cy="198582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031835470"/>
      </p:ext>
    </p:extLst>
  </p:cSld>
  <p:clrMapOvr>
    <a:masterClrMapping/>
  </p:clrMapOvr>
  <p:transition spd="slow">
    <p:push dir="u"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 Blac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 descr="University of Waterloo Faculty of Engineering logo">
            <a:extLst>
              <a:ext uri="{FF2B5EF4-FFF2-40B4-BE49-F238E27FC236}">
                <a16:creationId xmlns:a16="http://schemas.microsoft.com/office/drawing/2014/main" id="{C7842B6A-813C-FA45-B88D-CE413A77FF4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849" y="5600284"/>
            <a:ext cx="4567499" cy="1255431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452740" y="1028940"/>
            <a:ext cx="9254931" cy="1474115"/>
          </a:xfrm>
        </p:spPr>
        <p:txBody>
          <a:bodyPr lIns="0" anchor="b">
            <a:noAutofit/>
          </a:bodyPr>
          <a:lstStyle>
            <a:lvl1pPr algn="l">
              <a:defRPr sz="5400" b="1" cap="all" baseline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 dirty="0"/>
              <a:t>CLICK TO EDIT MASTER TITLE SLIDE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52740" y="4266821"/>
            <a:ext cx="5486243" cy="666549"/>
          </a:xfrm>
        </p:spPr>
        <p:txBody>
          <a:bodyPr lIns="0" anchor="t">
            <a:normAutofit/>
          </a:bodyPr>
          <a:lstStyle>
            <a:lvl1pPr marL="0" indent="0" algn="l">
              <a:buNone/>
              <a:defRPr sz="1500" b="0">
                <a:solidFill>
                  <a:schemeClr val="bg1">
                    <a:lumMod val="8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2740" y="2642329"/>
            <a:ext cx="1182916" cy="377962"/>
          </a:xfrm>
          <a:solidFill>
            <a:schemeClr val="accent3"/>
          </a:solidFill>
        </p:spPr>
        <p:txBody>
          <a:bodyPr/>
          <a:lstStyle>
            <a:lvl1pPr>
              <a:defRPr sz="110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fld id="{A318C6E2-4AA5-436E-9815-715E9B2235FA}" type="datetime1">
              <a:rPr lang="en-US" smtClean="0"/>
              <a:pPr/>
              <a:t>8/4/2025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6623674" y="6377231"/>
            <a:ext cx="4293708" cy="250337"/>
          </a:xfrm>
        </p:spPr>
        <p:txBody>
          <a:bodyPr/>
          <a:lstStyle>
            <a:lvl1pPr algn="ctr">
              <a:defRPr>
                <a:solidFill>
                  <a:schemeClr val="bg1">
                    <a:lumMod val="85000"/>
                  </a:schemeClr>
                </a:solidFill>
              </a:defRPr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148416" y="6377231"/>
            <a:ext cx="553900" cy="250337"/>
          </a:xfrm>
        </p:spPr>
        <p:txBody>
          <a:bodyPr/>
          <a:lstStyle>
            <a:lvl1pPr algn="ctr">
              <a:defRPr>
                <a:solidFill>
                  <a:schemeClr val="bg1">
                    <a:lumMod val="85000"/>
                  </a:schemeClr>
                </a:solidFill>
              </a:defRPr>
            </a:lvl1pPr>
          </a:lstStyle>
          <a:p>
            <a:fld id="{93005692-73BE-493E-93AB-ECD6027A7652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1769F524-D51C-40DB-F389-1673BFAA44D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0"/>
            <a:ext cx="12192000" cy="397164"/>
            <a:chOff x="0" y="0"/>
            <a:chExt cx="12192000" cy="397164"/>
          </a:xfrm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46859F7A-5A85-CDB2-227D-E72CEFB48AFD}"/>
                </a:ext>
              </a:extLst>
            </p:cNvPr>
            <p:cNvSpPr/>
            <p:nvPr userDrawn="1"/>
          </p:nvSpPr>
          <p:spPr>
            <a:xfrm>
              <a:off x="1" y="198582"/>
              <a:ext cx="3082197" cy="19858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7C991028-4405-8861-5C0F-DDCED6AE10C4}"/>
                </a:ext>
              </a:extLst>
            </p:cNvPr>
            <p:cNvSpPr/>
            <p:nvPr userDrawn="1"/>
          </p:nvSpPr>
          <p:spPr>
            <a:xfrm>
              <a:off x="3050818" y="198582"/>
              <a:ext cx="3047061" cy="198582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E10B4E87-130B-529C-B325-CF2152D17DBD}"/>
                </a:ext>
              </a:extLst>
            </p:cNvPr>
            <p:cNvSpPr/>
            <p:nvPr userDrawn="1"/>
          </p:nvSpPr>
          <p:spPr>
            <a:xfrm>
              <a:off x="6097879" y="198582"/>
              <a:ext cx="3047061" cy="198582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A3B4BA68-9EA4-7A22-3621-B9ED64303A72}"/>
                </a:ext>
              </a:extLst>
            </p:cNvPr>
            <p:cNvSpPr/>
            <p:nvPr userDrawn="1"/>
          </p:nvSpPr>
          <p:spPr>
            <a:xfrm>
              <a:off x="9144939" y="198582"/>
              <a:ext cx="3047061" cy="198582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C15C994C-FB53-4A65-2E87-41A181943148}"/>
                </a:ext>
              </a:extLst>
            </p:cNvPr>
            <p:cNvSpPr/>
            <p:nvPr userDrawn="1"/>
          </p:nvSpPr>
          <p:spPr>
            <a:xfrm>
              <a:off x="0" y="0"/>
              <a:ext cx="12191999" cy="198582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528952265"/>
      </p:ext>
    </p:extLst>
  </p:cSld>
  <p:clrMapOvr>
    <a:masterClrMapping/>
  </p:clrMapOvr>
  <p:transition spd="slow">
    <p:push dir="u"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Black with Imag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icture Placeholder 5"/>
          <p:cNvSpPr>
            <a:spLocks noGrp="1"/>
          </p:cNvSpPr>
          <p:nvPr>
            <p:ph type="pic" sz="quarter" idx="13"/>
          </p:nvPr>
        </p:nvSpPr>
        <p:spPr>
          <a:xfrm>
            <a:off x="6094124" y="397164"/>
            <a:ext cx="6097876" cy="6460836"/>
          </a:xfr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452740" y="1028940"/>
            <a:ext cx="5486243" cy="1474115"/>
          </a:xfrm>
        </p:spPr>
        <p:txBody>
          <a:bodyPr lIns="0" anchor="b">
            <a:noAutofit/>
          </a:bodyPr>
          <a:lstStyle>
            <a:lvl1pPr algn="l">
              <a:defRPr sz="5400" b="1" cap="all" baseline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 dirty="0"/>
              <a:t>CLICK TO EDIT MASTER TITLE SLIDE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52740" y="4266821"/>
            <a:ext cx="5486243" cy="666549"/>
          </a:xfrm>
        </p:spPr>
        <p:txBody>
          <a:bodyPr lIns="0" anchor="t">
            <a:normAutofit/>
          </a:bodyPr>
          <a:lstStyle>
            <a:lvl1pPr marL="0" indent="0" algn="l">
              <a:buNone/>
              <a:defRPr sz="1500" b="0">
                <a:solidFill>
                  <a:schemeClr val="bg1">
                    <a:lumMod val="8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2740" y="2642329"/>
            <a:ext cx="1182916" cy="377962"/>
          </a:xfrm>
          <a:solidFill>
            <a:schemeClr val="accent3"/>
          </a:solidFill>
        </p:spPr>
        <p:txBody>
          <a:bodyPr/>
          <a:lstStyle>
            <a:lvl1pPr>
              <a:defRPr sz="110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fld id="{A318C6E2-4AA5-436E-9815-715E9B2235FA}" type="datetime1">
              <a:rPr lang="en-US" smtClean="0"/>
              <a:pPr/>
              <a:t>8/4/2025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6623674" y="6377231"/>
            <a:ext cx="4293708" cy="250337"/>
          </a:xfrm>
        </p:spPr>
        <p:txBody>
          <a:bodyPr/>
          <a:lstStyle>
            <a:lvl1pPr algn="ctr">
              <a:defRPr>
                <a:solidFill>
                  <a:schemeClr val="bg1">
                    <a:lumMod val="85000"/>
                  </a:schemeClr>
                </a:solidFill>
              </a:defRPr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148416" y="6377231"/>
            <a:ext cx="553900" cy="250337"/>
          </a:xfrm>
        </p:spPr>
        <p:txBody>
          <a:bodyPr/>
          <a:lstStyle>
            <a:lvl1pPr algn="ctr">
              <a:defRPr>
                <a:solidFill>
                  <a:schemeClr val="bg1">
                    <a:lumMod val="85000"/>
                  </a:schemeClr>
                </a:solidFill>
              </a:defRPr>
            </a:lvl1pPr>
          </a:lstStyle>
          <a:p>
            <a:fld id="{93005692-73BE-493E-93AB-ECD6027A7652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13" name="Picture 12" descr="University of Waterloo Faculty of Engineering logo">
            <a:extLst>
              <a:ext uri="{FF2B5EF4-FFF2-40B4-BE49-F238E27FC236}">
                <a16:creationId xmlns:a16="http://schemas.microsoft.com/office/drawing/2014/main" id="{61486EB2-DBB7-6812-FFCB-C07E1DEE6B5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849" y="5600284"/>
            <a:ext cx="4567499" cy="1255431"/>
          </a:xfrm>
          <a:prstGeom prst="rect">
            <a:avLst/>
          </a:prstGeom>
        </p:spPr>
      </p:pic>
      <p:grpSp>
        <p:nvGrpSpPr>
          <p:cNvPr id="14" name="Group 13">
            <a:extLst>
              <a:ext uri="{FF2B5EF4-FFF2-40B4-BE49-F238E27FC236}">
                <a16:creationId xmlns:a16="http://schemas.microsoft.com/office/drawing/2014/main" id="{84CF5075-07D9-F9E3-0595-1A0D8C92FB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0"/>
            <a:ext cx="12192000" cy="397164"/>
            <a:chOff x="0" y="0"/>
            <a:chExt cx="12192000" cy="397164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2DD24995-6F05-8ECB-D3BE-0691DF97B918}"/>
                </a:ext>
              </a:extLst>
            </p:cNvPr>
            <p:cNvSpPr/>
            <p:nvPr userDrawn="1"/>
          </p:nvSpPr>
          <p:spPr>
            <a:xfrm>
              <a:off x="1" y="198582"/>
              <a:ext cx="3082197" cy="19858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836C1D7-6B11-F5C9-0533-3719C5ECB00C}"/>
                </a:ext>
              </a:extLst>
            </p:cNvPr>
            <p:cNvSpPr/>
            <p:nvPr userDrawn="1"/>
          </p:nvSpPr>
          <p:spPr>
            <a:xfrm>
              <a:off x="3050818" y="198582"/>
              <a:ext cx="3047061" cy="198582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769C97C2-B343-C17E-D528-65C442051DD5}"/>
                </a:ext>
              </a:extLst>
            </p:cNvPr>
            <p:cNvSpPr/>
            <p:nvPr userDrawn="1"/>
          </p:nvSpPr>
          <p:spPr>
            <a:xfrm>
              <a:off x="6097879" y="198582"/>
              <a:ext cx="3047061" cy="198582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78ED34F6-8D98-D192-5DBF-F8BDC1DB62E6}"/>
                </a:ext>
              </a:extLst>
            </p:cNvPr>
            <p:cNvSpPr/>
            <p:nvPr userDrawn="1"/>
          </p:nvSpPr>
          <p:spPr>
            <a:xfrm>
              <a:off x="9144939" y="198582"/>
              <a:ext cx="3047061" cy="198582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5E4B2663-04FA-0615-C4BC-D798630AB8BE}"/>
                </a:ext>
              </a:extLst>
            </p:cNvPr>
            <p:cNvSpPr/>
            <p:nvPr userDrawn="1"/>
          </p:nvSpPr>
          <p:spPr>
            <a:xfrm>
              <a:off x="0" y="0"/>
              <a:ext cx="12191999" cy="198582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50106763"/>
      </p:ext>
    </p:extLst>
  </p:cSld>
  <p:clrMapOvr>
    <a:masterClrMapping/>
  </p:clrMapOvr>
  <p:transition spd="slow">
    <p:push dir="u"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="1" baseline="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D4B0C9-B47E-4B33-A656-C78D1805DA95}" type="datetime1">
              <a:rPr lang="en-US" smtClean="0"/>
              <a:t>8/4/2025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Progress Update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dirty="0"/>
              <a:t>PAGE  </a:t>
            </a:r>
            <a:fld id="{93005692-73BE-493E-93AB-ECD6027A7652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66323211"/>
      </p:ext>
    </p:extLst>
  </p:cSld>
  <p:clrMapOvr>
    <a:masterClrMapping/>
  </p:clrMapOvr>
  <p:transition spd="slow">
    <p:push dir="u"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_M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3" hasCustomPrompt="1"/>
          </p:nvPr>
        </p:nvSpPr>
        <p:spPr>
          <a:xfrm>
            <a:off x="7407696" y="685060"/>
            <a:ext cx="1420859" cy="286052"/>
          </a:xfrm>
        </p:spPr>
        <p:txBody>
          <a:bodyPr anchor="ctr">
            <a:noAutofit/>
          </a:bodyPr>
          <a:lstStyle>
            <a:lvl1pPr marL="0" indent="0" algn="ctr">
              <a:buNone/>
              <a:defRPr sz="1100" b="0" baseline="0">
                <a:solidFill>
                  <a:schemeClr val="tx1">
                    <a:lumMod val="50000"/>
                    <a:lumOff val="50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/>
            <a:r>
              <a:rPr lang="en-US" dirty="0"/>
              <a:t>MENU ITEM 1</a:t>
            </a:r>
          </a:p>
        </p:txBody>
      </p:sp>
      <p:sp>
        <p:nvSpPr>
          <p:cNvPr id="9" name="Text Placeholder 7"/>
          <p:cNvSpPr>
            <a:spLocks noGrp="1"/>
          </p:cNvSpPr>
          <p:nvPr>
            <p:ph type="body" sz="quarter" idx="14" hasCustomPrompt="1"/>
          </p:nvPr>
        </p:nvSpPr>
        <p:spPr>
          <a:xfrm>
            <a:off x="8908224" y="685060"/>
            <a:ext cx="1420859" cy="286052"/>
          </a:xfrm>
        </p:spPr>
        <p:txBody>
          <a:bodyPr anchor="ctr">
            <a:noAutofit/>
          </a:bodyPr>
          <a:lstStyle>
            <a:lvl1pPr marL="0" indent="0" algn="ctr">
              <a:buNone/>
              <a:defRPr sz="1100" b="0" baseline="0">
                <a:solidFill>
                  <a:schemeClr val="tx1">
                    <a:lumMod val="50000"/>
                    <a:lumOff val="50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/>
            <a:r>
              <a:rPr lang="en-US" dirty="0"/>
              <a:t>MENU ITEM 2</a:t>
            </a:r>
          </a:p>
        </p:txBody>
      </p:sp>
      <p:sp>
        <p:nvSpPr>
          <p:cNvPr id="10" name="Text Placeholder 7"/>
          <p:cNvSpPr>
            <a:spLocks noGrp="1"/>
          </p:cNvSpPr>
          <p:nvPr>
            <p:ph type="body" sz="quarter" idx="15" hasCustomPrompt="1"/>
          </p:nvPr>
        </p:nvSpPr>
        <p:spPr>
          <a:xfrm>
            <a:off x="10408752" y="685060"/>
            <a:ext cx="1420859" cy="286052"/>
          </a:xfrm>
        </p:spPr>
        <p:txBody>
          <a:bodyPr anchor="ctr">
            <a:noAutofit/>
          </a:bodyPr>
          <a:lstStyle>
            <a:lvl1pPr marL="0" indent="0" algn="ctr">
              <a:buNone/>
              <a:defRPr sz="1100" b="0">
                <a:solidFill>
                  <a:schemeClr val="tx1">
                    <a:lumMod val="50000"/>
                    <a:lumOff val="50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/>
            <a:r>
              <a:rPr lang="en-US" dirty="0"/>
              <a:t>MENU ITEM 3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48C228CE-C572-4AF5-9728-AA6E475873DD}" type="datetime1">
              <a:rPr lang="en-US" smtClean="0"/>
              <a:t>8/4/2025</a:t>
            </a:fld>
            <a:endParaRPr lang="en-US" dirty="0"/>
          </a:p>
        </p:txBody>
      </p:sp>
      <p:sp>
        <p:nvSpPr>
          <p:cNvPr id="11" name="Footer Placeholder 10"/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12" name="Slide Number Placeholder 11"/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r>
              <a:rPr lang="en-US" dirty="0"/>
              <a:t>PAGE  </a:t>
            </a:r>
            <a:fld id="{93005692-73BE-493E-93AB-ECD6027A7652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259883" y="434108"/>
            <a:ext cx="7046081" cy="895927"/>
          </a:xfrm>
        </p:spPr>
        <p:txBody>
          <a:bodyPr/>
          <a:lstStyle>
            <a:lvl1pPr>
              <a:defRPr b="1" cap="all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67036257"/>
      </p:ext>
    </p:extLst>
  </p:cSld>
  <p:clrMapOvr>
    <a:masterClrMapping/>
  </p:clrMapOvr>
  <p:transition spd="slow">
    <p:push dir="u"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259882" y="1709738"/>
            <a:ext cx="9399507" cy="2852737"/>
          </a:xfrm>
        </p:spPr>
        <p:txBody>
          <a:bodyPr anchor="b">
            <a:normAutofit/>
          </a:bodyPr>
          <a:lstStyle>
            <a:lvl1pPr algn="l">
              <a:defRPr sz="4000" b="1" cap="all" baseline="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</a:t>
            </a:r>
            <a:br>
              <a:rPr lang="en-US" dirty="0"/>
            </a:br>
            <a:r>
              <a:rPr lang="en-US" dirty="0"/>
              <a:t>SECTION TITLE SLIDE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9882" y="4589463"/>
            <a:ext cx="9399507" cy="1500187"/>
          </a:xfrm>
        </p:spPr>
        <p:txBody>
          <a:bodyPr>
            <a:normAutofit/>
          </a:bodyPr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6D43AC-4B94-471D-A170-0D88FCD1FB54}" type="datetime1">
              <a:rPr lang="en-US" smtClean="0"/>
              <a:t>8/4/2025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dirty="0"/>
              <a:t>PAGE  </a:t>
            </a:r>
            <a:fld id="{93005692-73BE-493E-93AB-ECD6027A7652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69021156"/>
      </p:ext>
    </p:extLst>
  </p:cSld>
  <p:clrMapOvr>
    <a:masterClrMapping/>
  </p:clrMapOvr>
  <p:transition spd="slow">
    <p:push dir="u"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Section Header_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960521" y="3228200"/>
            <a:ext cx="8770620" cy="1212056"/>
          </a:xfrm>
        </p:spPr>
        <p:txBody>
          <a:bodyPr anchor="b">
            <a:noAutofit/>
          </a:bodyPr>
          <a:lstStyle>
            <a:lvl1pPr algn="l">
              <a:defRPr sz="4000" b="1" cap="all" baseline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 dirty="0"/>
              <a:t>CLICK TO EDIT MASTER</a:t>
            </a:r>
            <a:br>
              <a:rPr lang="en-US" dirty="0"/>
            </a:br>
            <a:r>
              <a:rPr lang="en-US" dirty="0"/>
              <a:t>SECTION TITLE SLIDE OPTION 2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 bwMode="gray">
          <a:xfrm>
            <a:off x="960521" y="4448086"/>
            <a:ext cx="8770620" cy="666549"/>
          </a:xfrm>
        </p:spPr>
        <p:txBody>
          <a:bodyPr anchor="t">
            <a:normAutofit/>
          </a:bodyPr>
          <a:lstStyle>
            <a:lvl1pPr marL="0" indent="0" algn="l">
              <a:buNone/>
              <a:defRPr sz="24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0751004" y="6335309"/>
            <a:ext cx="1181114" cy="250337"/>
          </a:xfrm>
        </p:spPr>
        <p:txBody>
          <a:bodyPr/>
          <a:lstStyle/>
          <a:p>
            <a:fld id="{72EFF9E2-52BD-4C8D-9C57-79F661DB94A1}" type="datetime1">
              <a:rPr lang="en-US" smtClean="0"/>
              <a:t>8/4/2025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dirty="0"/>
              <a:t>PAGE  </a:t>
            </a:r>
            <a:fld id="{93005692-73BE-493E-93AB-ECD6027A7652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C78BDD71-5673-C3E4-61B8-8F8F041308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0"/>
            <a:ext cx="12192000" cy="397164"/>
            <a:chOff x="0" y="0"/>
            <a:chExt cx="12192000" cy="397164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1EBF8245-E943-0D71-7CC0-09B6B4E3260B}"/>
                </a:ext>
              </a:extLst>
            </p:cNvPr>
            <p:cNvSpPr/>
            <p:nvPr userDrawn="1"/>
          </p:nvSpPr>
          <p:spPr>
            <a:xfrm>
              <a:off x="1" y="198582"/>
              <a:ext cx="3082197" cy="19858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692D8089-B052-A801-A878-B773A49F8615}"/>
                </a:ext>
              </a:extLst>
            </p:cNvPr>
            <p:cNvSpPr/>
            <p:nvPr userDrawn="1"/>
          </p:nvSpPr>
          <p:spPr>
            <a:xfrm>
              <a:off x="3050818" y="198582"/>
              <a:ext cx="3047061" cy="198582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953A2417-24CA-2534-65B9-CAFF9B77F07A}"/>
                </a:ext>
              </a:extLst>
            </p:cNvPr>
            <p:cNvSpPr/>
            <p:nvPr userDrawn="1"/>
          </p:nvSpPr>
          <p:spPr>
            <a:xfrm>
              <a:off x="6097879" y="198582"/>
              <a:ext cx="3047061" cy="198582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5ABD4852-C253-61D4-26E8-4222BFD9B55D}"/>
                </a:ext>
              </a:extLst>
            </p:cNvPr>
            <p:cNvSpPr/>
            <p:nvPr userDrawn="1"/>
          </p:nvSpPr>
          <p:spPr>
            <a:xfrm>
              <a:off x="9144939" y="198582"/>
              <a:ext cx="3047061" cy="198582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46DAFAF2-35DA-8050-8069-401CD4268EFE}"/>
                </a:ext>
              </a:extLst>
            </p:cNvPr>
            <p:cNvSpPr/>
            <p:nvPr userDrawn="1"/>
          </p:nvSpPr>
          <p:spPr>
            <a:xfrm>
              <a:off x="0" y="0"/>
              <a:ext cx="12191999" cy="198582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642748302"/>
      </p:ext>
    </p:extLst>
  </p:cSld>
  <p:clrMapOvr>
    <a:masterClrMapping/>
  </p:clrMapOvr>
  <p:transition spd="slow">
    <p:push dir="u"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259883" y="434108"/>
            <a:ext cx="11569729" cy="895927"/>
          </a:xfrm>
        </p:spPr>
        <p:txBody>
          <a:bodyPr/>
          <a:lstStyle>
            <a:lvl1pPr>
              <a:defRPr b="1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59882" y="1413164"/>
            <a:ext cx="5586855" cy="4590472"/>
          </a:xfrm>
        </p:spPr>
        <p:txBody>
          <a:bodyPr/>
          <a:lstStyle>
            <a:lvl1pPr marL="288925" indent="-288925">
              <a:spcBef>
                <a:spcPts val="800"/>
              </a:spcBef>
              <a:spcAft>
                <a:spcPts val="800"/>
              </a:spcAft>
              <a:buFont typeface="Wingdings" charset="2"/>
              <a:buChar char="§"/>
              <a:defRPr/>
            </a:lvl1pPr>
            <a:lvl2pPr marL="685800" indent="-228600">
              <a:spcBef>
                <a:spcPts val="800"/>
              </a:spcBef>
              <a:spcAft>
                <a:spcPts val="800"/>
              </a:spcAft>
              <a:buFont typeface="Wingdings" charset="2"/>
              <a:buChar char="§"/>
              <a:defRPr/>
            </a:lvl2pPr>
            <a:lvl3pPr marL="1143000" indent="-228600">
              <a:spcBef>
                <a:spcPts val="800"/>
              </a:spcBef>
              <a:spcAft>
                <a:spcPts val="800"/>
              </a:spcAft>
              <a:buFont typeface="Wingdings" charset="2"/>
              <a:buChar char="§"/>
              <a:defRPr/>
            </a:lvl3pPr>
            <a:lvl4pPr marL="1600200" indent="-228600">
              <a:spcBef>
                <a:spcPts val="800"/>
              </a:spcBef>
              <a:spcAft>
                <a:spcPts val="800"/>
              </a:spcAft>
              <a:buFont typeface="Wingdings" charset="2"/>
              <a:buChar char="§"/>
              <a:defRPr/>
            </a:lvl4pPr>
            <a:lvl5pPr marL="2057400" indent="-228600">
              <a:spcBef>
                <a:spcPts val="800"/>
              </a:spcBef>
              <a:spcAft>
                <a:spcPts val="800"/>
              </a:spcAft>
              <a:buFont typeface="Wingdings" charset="2"/>
              <a:buChar char="§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0992" y="1413164"/>
            <a:ext cx="5658620" cy="4590472"/>
          </a:xfrm>
        </p:spPr>
        <p:txBody>
          <a:bodyPr/>
          <a:lstStyle>
            <a:lvl1pPr marL="288925" indent="-288925">
              <a:spcBef>
                <a:spcPts val="800"/>
              </a:spcBef>
              <a:spcAft>
                <a:spcPts val="800"/>
              </a:spcAft>
              <a:buFont typeface="Wingdings" charset="2"/>
              <a:buChar char="§"/>
              <a:defRPr/>
            </a:lvl1pPr>
            <a:lvl2pPr marL="685800" indent="-228600">
              <a:spcBef>
                <a:spcPts val="800"/>
              </a:spcBef>
              <a:spcAft>
                <a:spcPts val="800"/>
              </a:spcAft>
              <a:buFont typeface="Wingdings" charset="2"/>
              <a:buChar char="§"/>
              <a:defRPr/>
            </a:lvl2pPr>
            <a:lvl3pPr marL="1143000" indent="-228600">
              <a:spcBef>
                <a:spcPts val="800"/>
              </a:spcBef>
              <a:spcAft>
                <a:spcPts val="800"/>
              </a:spcAft>
              <a:buFont typeface="Wingdings" charset="2"/>
              <a:buChar char="§"/>
              <a:defRPr/>
            </a:lvl3pPr>
            <a:lvl4pPr marL="1600200" indent="-228600">
              <a:spcBef>
                <a:spcPts val="800"/>
              </a:spcBef>
              <a:spcAft>
                <a:spcPts val="800"/>
              </a:spcAft>
              <a:buFont typeface="Wingdings" charset="2"/>
              <a:buChar char="§"/>
              <a:defRPr/>
            </a:lvl4pPr>
            <a:lvl5pPr marL="2057400" indent="-228600">
              <a:spcBef>
                <a:spcPts val="800"/>
              </a:spcBef>
              <a:spcAft>
                <a:spcPts val="800"/>
              </a:spcAft>
              <a:buFont typeface="Wingdings" charset="2"/>
              <a:buChar char="§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1881F3-AB4F-4026-8B03-DBF7475676B1}" type="datetime1">
              <a:rPr lang="en-US" smtClean="0"/>
              <a:t>8/4/2025</a:t>
            </a:fld>
            <a:endParaRPr lang="en-US" dirty="0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dirty="0"/>
              <a:t>PAGE  </a:t>
            </a:r>
            <a:fld id="{93005692-73BE-493E-93AB-ECD6027A7652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38516483"/>
      </p:ext>
    </p:extLst>
  </p:cSld>
  <p:clrMapOvr>
    <a:masterClrMapping/>
  </p:clrMapOvr>
  <p:transition spd="slow">
    <p:push dir="u"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9881" y="1396192"/>
            <a:ext cx="5542713" cy="670270"/>
          </a:xfrm>
        </p:spPr>
        <p:txBody>
          <a:bodyPr anchor="b">
            <a:noAutofit/>
          </a:bodyPr>
          <a:lstStyle>
            <a:lvl1pPr marL="0" indent="0">
              <a:buNone/>
              <a:defRPr sz="2800" b="1" baseline="0">
                <a:latin typeface="+mn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59881" y="2184400"/>
            <a:ext cx="5542713" cy="3846945"/>
          </a:xfrm>
        </p:spPr>
        <p:txBody>
          <a:bodyPr>
            <a:normAutofit/>
          </a:bodyPr>
          <a:lstStyle>
            <a:lvl1pPr marL="288925" indent="-288925">
              <a:spcBef>
                <a:spcPts val="800"/>
              </a:spcBef>
              <a:spcAft>
                <a:spcPts val="800"/>
              </a:spcAft>
              <a:buFont typeface="Wingdings" charset="2"/>
              <a:buChar char="§"/>
              <a:defRPr sz="2000"/>
            </a:lvl1pPr>
            <a:lvl2pPr marL="685800" indent="-228600">
              <a:spcBef>
                <a:spcPts val="800"/>
              </a:spcBef>
              <a:spcAft>
                <a:spcPts val="800"/>
              </a:spcAft>
              <a:buFont typeface="Wingdings" charset="2"/>
              <a:buChar char="§"/>
              <a:defRPr sz="1800"/>
            </a:lvl2pPr>
            <a:lvl3pPr marL="1143000" indent="-228600">
              <a:spcBef>
                <a:spcPts val="800"/>
              </a:spcBef>
              <a:spcAft>
                <a:spcPts val="800"/>
              </a:spcAft>
              <a:buFont typeface="Wingdings" charset="2"/>
              <a:buChar char="§"/>
              <a:defRPr sz="1600"/>
            </a:lvl3pPr>
            <a:lvl4pPr marL="1600200" indent="-228600">
              <a:spcBef>
                <a:spcPts val="800"/>
              </a:spcBef>
              <a:spcAft>
                <a:spcPts val="800"/>
              </a:spcAft>
              <a:buFont typeface="Wingdings" charset="2"/>
              <a:buChar char="§"/>
              <a:defRPr sz="1400"/>
            </a:lvl4pPr>
            <a:lvl5pPr marL="2057400" indent="-228600">
              <a:spcBef>
                <a:spcPts val="800"/>
              </a:spcBef>
              <a:spcAft>
                <a:spcPts val="800"/>
              </a:spcAft>
              <a:buFont typeface="Wingdings" charset="2"/>
              <a:buChar char="§"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36154" y="1396192"/>
            <a:ext cx="5593458" cy="670270"/>
          </a:xfrm>
        </p:spPr>
        <p:txBody>
          <a:bodyPr anchor="b">
            <a:normAutofit/>
          </a:bodyPr>
          <a:lstStyle>
            <a:lvl1pPr marL="0" indent="0">
              <a:buNone/>
              <a:defRPr sz="2800" b="1">
                <a:latin typeface="+mn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36154" y="2184400"/>
            <a:ext cx="5593458" cy="3846945"/>
          </a:xfrm>
        </p:spPr>
        <p:txBody>
          <a:bodyPr>
            <a:normAutofit/>
          </a:bodyPr>
          <a:lstStyle>
            <a:lvl1pPr marL="288925" indent="-288925">
              <a:spcBef>
                <a:spcPts val="800"/>
              </a:spcBef>
              <a:spcAft>
                <a:spcPts val="800"/>
              </a:spcAft>
              <a:buFont typeface="Wingdings" charset="2"/>
              <a:buChar char="§"/>
              <a:defRPr sz="2000"/>
            </a:lvl1pPr>
            <a:lvl2pPr marL="685800" indent="-228600">
              <a:spcBef>
                <a:spcPts val="800"/>
              </a:spcBef>
              <a:spcAft>
                <a:spcPts val="800"/>
              </a:spcAft>
              <a:buFont typeface="Wingdings" charset="2"/>
              <a:buChar char="§"/>
              <a:defRPr sz="1800"/>
            </a:lvl2pPr>
            <a:lvl3pPr marL="1143000" indent="-228600">
              <a:spcBef>
                <a:spcPts val="800"/>
              </a:spcBef>
              <a:spcAft>
                <a:spcPts val="800"/>
              </a:spcAft>
              <a:buFont typeface="Wingdings" charset="2"/>
              <a:buChar char="§"/>
              <a:defRPr sz="1600"/>
            </a:lvl3pPr>
            <a:lvl4pPr marL="1600200" indent="-228600">
              <a:spcBef>
                <a:spcPts val="800"/>
              </a:spcBef>
              <a:spcAft>
                <a:spcPts val="800"/>
              </a:spcAft>
              <a:buFont typeface="Wingdings" charset="2"/>
              <a:buChar char="§"/>
              <a:defRPr sz="1400"/>
            </a:lvl4pPr>
            <a:lvl5pPr marL="2057400" indent="-228600">
              <a:spcBef>
                <a:spcPts val="800"/>
              </a:spcBef>
              <a:spcAft>
                <a:spcPts val="800"/>
              </a:spcAft>
              <a:buFont typeface="Wingdings" charset="2"/>
              <a:buChar char="§"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Title 9"/>
          <p:cNvSpPr>
            <a:spLocks noGrp="1"/>
          </p:cNvSpPr>
          <p:nvPr>
            <p:ph type="title" hasCustomPrompt="1"/>
          </p:nvPr>
        </p:nvSpPr>
        <p:spPr>
          <a:xfrm>
            <a:off x="259883" y="434108"/>
            <a:ext cx="11569729" cy="895927"/>
          </a:xfrm>
        </p:spPr>
        <p:txBody>
          <a:bodyPr/>
          <a:lstStyle>
            <a:lvl1pPr>
              <a:defRPr b="1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7F432B-3FBE-4889-963D-BF97BFBB7D3F}" type="datetime1">
              <a:rPr lang="en-US" smtClean="0"/>
              <a:t>8/4/2025</a:t>
            </a:fld>
            <a:endParaRPr lang="en-US" dirty="0"/>
          </a:p>
        </p:txBody>
      </p:sp>
      <p:sp>
        <p:nvSpPr>
          <p:cNvPr id="11" name="Footer Placeholder 10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12" name="Slide Number Placeholder 1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dirty="0"/>
              <a:t>PAGE  </a:t>
            </a:r>
            <a:fld id="{93005692-73BE-493E-93AB-ECD6027A7652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19598644"/>
      </p:ext>
    </p:extLst>
  </p:cSld>
  <p:clrMapOvr>
    <a:masterClrMapping/>
  </p:clrMapOvr>
  <p:transition spd="slow">
    <p:push dir="u"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="1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Date Placeholder 5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0CCC04-1E76-41EE-A8AC-75AD85313D09}" type="datetime1">
              <a:rPr lang="en-US" smtClean="0"/>
              <a:t>8/4/2025</a:t>
            </a:fld>
            <a:endParaRPr lang="en-US" dirty="0"/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Progress Update</a:t>
            </a: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dirty="0"/>
              <a:t>PAGE  </a:t>
            </a:r>
            <a:fld id="{93005692-73BE-493E-93AB-ECD6027A7652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08487075"/>
      </p:ext>
    </p:extLst>
  </p:cSld>
  <p:clrMapOvr>
    <a:masterClrMapping/>
  </p:clrMapOvr>
  <p:transition spd="slow">
    <p:push dir="u"/>
  </p:transition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974A9E-84AC-4661-9381-CC35B09E47F7}" type="datetime1">
              <a:rPr lang="en-US" smtClean="0"/>
              <a:t>8/4/2025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dirty="0"/>
              <a:t>PAGE  </a:t>
            </a:r>
            <a:fld id="{93005692-73BE-493E-93AB-ECD6027A7652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43165608"/>
      </p:ext>
    </p:extLst>
  </p:cSld>
  <p:clrMapOvr>
    <a:masterClrMapping/>
  </p:clrMapOvr>
  <p:transition spd="slow">
    <p:push dir="u"/>
  </p:transition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_NoBkg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10751004" y="6335309"/>
            <a:ext cx="1181114" cy="250337"/>
          </a:xfrm>
        </p:spPr>
        <p:txBody>
          <a:bodyPr/>
          <a:lstStyle/>
          <a:p>
            <a:fld id="{1E55829F-8847-4C2A-8DD0-690EAD78E53F}" type="datetime1">
              <a:rPr lang="en-US" smtClean="0"/>
              <a:t>8/4/2025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dirty="0"/>
              <a:t>PAGE  </a:t>
            </a:r>
            <a:fld id="{93005692-73BE-493E-93AB-ECD6027A7652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48F0E357-D0D7-C8D3-9BB9-CBCD595E272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0"/>
            <a:ext cx="12192000" cy="397164"/>
            <a:chOff x="0" y="0"/>
            <a:chExt cx="12192000" cy="397164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6F904F2D-EB5B-78C1-C9CD-AD22B98AAF28}"/>
                </a:ext>
              </a:extLst>
            </p:cNvPr>
            <p:cNvSpPr/>
            <p:nvPr userDrawn="1"/>
          </p:nvSpPr>
          <p:spPr>
            <a:xfrm>
              <a:off x="1" y="198582"/>
              <a:ext cx="3082197" cy="19858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633A6C96-3A16-4F62-35CE-95FC1296115C}"/>
                </a:ext>
              </a:extLst>
            </p:cNvPr>
            <p:cNvSpPr/>
            <p:nvPr userDrawn="1"/>
          </p:nvSpPr>
          <p:spPr>
            <a:xfrm>
              <a:off x="3050818" y="198582"/>
              <a:ext cx="3047061" cy="198582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4CB83E9C-7246-D12C-1E4F-7F8C8CACBCB5}"/>
                </a:ext>
              </a:extLst>
            </p:cNvPr>
            <p:cNvSpPr/>
            <p:nvPr userDrawn="1"/>
          </p:nvSpPr>
          <p:spPr>
            <a:xfrm>
              <a:off x="6097879" y="198582"/>
              <a:ext cx="3047061" cy="198582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6AA84279-81BF-BD14-75E3-45D84ED22AE8}"/>
                </a:ext>
              </a:extLst>
            </p:cNvPr>
            <p:cNvSpPr/>
            <p:nvPr userDrawn="1"/>
          </p:nvSpPr>
          <p:spPr>
            <a:xfrm>
              <a:off x="9144939" y="198582"/>
              <a:ext cx="3047061" cy="198582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26C3DEA0-E90A-8F4E-6FCC-22A0591AE8A4}"/>
                </a:ext>
              </a:extLst>
            </p:cNvPr>
            <p:cNvSpPr/>
            <p:nvPr userDrawn="1"/>
          </p:nvSpPr>
          <p:spPr>
            <a:xfrm>
              <a:off x="0" y="0"/>
              <a:ext cx="12191999" cy="198582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087678416"/>
      </p:ext>
    </p:extLst>
  </p:cSld>
  <p:clrMapOvr>
    <a:masterClrMapping/>
  </p:clrMapOvr>
  <p:transition spd="slow">
    <p:push dir="u"/>
  </p:transition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ext or Quot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930071" y="1237675"/>
            <a:ext cx="4331855" cy="910202"/>
          </a:xfrm>
        </p:spPr>
        <p:txBody>
          <a:bodyPr anchor="b">
            <a:normAutofit/>
          </a:bodyPr>
          <a:lstStyle>
            <a:lvl1pPr algn="ctr">
              <a:defRPr sz="2800" b="1" cap="all" baseline="0"/>
            </a:lvl1pPr>
          </a:lstStyle>
          <a:p>
            <a:r>
              <a:rPr lang="en-US" dirty="0"/>
              <a:t>CONTEXT or THEME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10751004" y="6335309"/>
            <a:ext cx="1181114" cy="250337"/>
          </a:xfrm>
        </p:spPr>
        <p:txBody>
          <a:bodyPr/>
          <a:lstStyle/>
          <a:p>
            <a:fld id="{5FDFC970-B950-4395-A833-47227D4A68CA}" type="datetime1">
              <a:rPr lang="en-US" smtClean="0"/>
              <a:t>8/4/2025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dirty="0"/>
              <a:t>PAGE  </a:t>
            </a:r>
            <a:fld id="{93005692-73BE-493E-93AB-ECD6027A7652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12" name="Straight Connector 1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3930073" y="2244437"/>
            <a:ext cx="4331855" cy="0"/>
          </a:xfrm>
          <a:prstGeom prst="line">
            <a:avLst/>
          </a:prstGeom>
          <a:ln w="15875" cap="rnd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3930073" y="4668983"/>
            <a:ext cx="4331855" cy="0"/>
          </a:xfrm>
          <a:prstGeom prst="line">
            <a:avLst/>
          </a:prstGeom>
          <a:ln w="15875" cap="rnd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 Placeholder 14"/>
          <p:cNvSpPr>
            <a:spLocks noGrp="1"/>
          </p:cNvSpPr>
          <p:nvPr>
            <p:ph type="body" sz="quarter" idx="13"/>
          </p:nvPr>
        </p:nvSpPr>
        <p:spPr>
          <a:xfrm>
            <a:off x="660400" y="2420360"/>
            <a:ext cx="10871200" cy="2114550"/>
          </a:xfrm>
        </p:spPr>
        <p:txBody>
          <a:bodyPr anchor="ctr">
            <a:normAutofit/>
          </a:bodyPr>
          <a:lstStyle>
            <a:lvl1pPr marL="0" indent="0" algn="ctr">
              <a:lnSpc>
                <a:spcPct val="100000"/>
              </a:lnSpc>
              <a:buNone/>
              <a:defRPr sz="2800"/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Text Placeholder 16"/>
          <p:cNvSpPr>
            <a:spLocks noGrp="1"/>
          </p:cNvSpPr>
          <p:nvPr>
            <p:ph type="body" sz="quarter" idx="14"/>
          </p:nvPr>
        </p:nvSpPr>
        <p:spPr>
          <a:xfrm>
            <a:off x="3930072" y="4784725"/>
            <a:ext cx="4331855" cy="276225"/>
          </a:xfr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lvl1pPr marL="0" indent="0" algn="ctr">
              <a:buNone/>
              <a:defRPr lang="en-US" sz="1200" b="1" cap="all" baseline="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marL="0" lvl="0" algn="ctr"/>
            <a:r>
              <a:rPr lang="en-US"/>
              <a:t>Click to edit Master text styles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F5B5677E-A76C-D8C2-715E-D2CC90E708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0"/>
            <a:ext cx="12192000" cy="397164"/>
            <a:chOff x="0" y="0"/>
            <a:chExt cx="12192000" cy="397164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A397014F-8428-CB57-EA94-4926AC5048D6}"/>
                </a:ext>
              </a:extLst>
            </p:cNvPr>
            <p:cNvSpPr/>
            <p:nvPr userDrawn="1"/>
          </p:nvSpPr>
          <p:spPr>
            <a:xfrm>
              <a:off x="1" y="198582"/>
              <a:ext cx="3082197" cy="19858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D108710D-B7A2-5B78-4CA2-26A7E60D2EA8}"/>
                </a:ext>
              </a:extLst>
            </p:cNvPr>
            <p:cNvSpPr/>
            <p:nvPr userDrawn="1"/>
          </p:nvSpPr>
          <p:spPr>
            <a:xfrm>
              <a:off x="3050818" y="198582"/>
              <a:ext cx="3047061" cy="198582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7CBC1D33-6438-5920-7D04-F461F1F2C24C}"/>
                </a:ext>
              </a:extLst>
            </p:cNvPr>
            <p:cNvSpPr/>
            <p:nvPr userDrawn="1"/>
          </p:nvSpPr>
          <p:spPr>
            <a:xfrm>
              <a:off x="6097879" y="198582"/>
              <a:ext cx="3047061" cy="198582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1584E8BE-411E-3D79-1AEB-CFBE9515CD5B}"/>
                </a:ext>
              </a:extLst>
            </p:cNvPr>
            <p:cNvSpPr/>
            <p:nvPr userDrawn="1"/>
          </p:nvSpPr>
          <p:spPr>
            <a:xfrm>
              <a:off x="9144939" y="198582"/>
              <a:ext cx="3047061" cy="198582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AA2D3D3E-C28F-C346-1738-B63D4769D730}"/>
                </a:ext>
              </a:extLst>
            </p:cNvPr>
            <p:cNvSpPr/>
            <p:nvPr userDrawn="1"/>
          </p:nvSpPr>
          <p:spPr>
            <a:xfrm>
              <a:off x="0" y="0"/>
              <a:ext cx="12191999" cy="198582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064198111"/>
      </p:ext>
    </p:extLst>
  </p:cSld>
  <p:clrMapOvr>
    <a:masterClrMapping/>
  </p:clrMapOvr>
  <p:transition spd="slow">
    <p:push dir="u"/>
  </p:transition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ext or Quote with Photo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/>
          <p:cNvSpPr>
            <a:spLocks noGrp="1"/>
          </p:cNvSpPr>
          <p:nvPr>
            <p:ph type="pic" sz="quarter" idx="15"/>
          </p:nvPr>
        </p:nvSpPr>
        <p:spPr>
          <a:xfrm>
            <a:off x="6350285" y="807867"/>
            <a:ext cx="5440648" cy="5445153"/>
          </a:xfr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854362" y="1237675"/>
            <a:ext cx="4331855" cy="910202"/>
          </a:xfrm>
        </p:spPr>
        <p:txBody>
          <a:bodyPr anchor="b">
            <a:normAutofit/>
          </a:bodyPr>
          <a:lstStyle>
            <a:lvl1pPr algn="ctr">
              <a:defRPr sz="2800" b="1" cap="all" baseline="0"/>
            </a:lvl1pPr>
          </a:lstStyle>
          <a:p>
            <a:r>
              <a:rPr lang="en-US" dirty="0"/>
              <a:t>CONTEXT or THEME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10751004" y="6335309"/>
            <a:ext cx="1181114" cy="250337"/>
          </a:xfrm>
        </p:spPr>
        <p:txBody>
          <a:bodyPr/>
          <a:lstStyle/>
          <a:p>
            <a:fld id="{5FDFC970-B950-4395-A833-47227D4A68CA}" type="datetime1">
              <a:rPr lang="en-US" smtClean="0"/>
              <a:t>8/4/2025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259882" y="6335309"/>
            <a:ext cx="3887245" cy="250337"/>
          </a:xfrm>
        </p:spPr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4479637" y="6335309"/>
            <a:ext cx="1016000" cy="250337"/>
          </a:xfrm>
        </p:spPr>
        <p:txBody>
          <a:bodyPr/>
          <a:lstStyle/>
          <a:p>
            <a:r>
              <a:rPr lang="en-US" dirty="0"/>
              <a:t>PAGE  </a:t>
            </a:r>
            <a:fld id="{93005692-73BE-493E-93AB-ECD6027A7652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5" name="Text Placeholder 14"/>
          <p:cNvSpPr>
            <a:spLocks noGrp="1"/>
          </p:cNvSpPr>
          <p:nvPr>
            <p:ph type="body" sz="quarter" idx="13"/>
          </p:nvPr>
        </p:nvSpPr>
        <p:spPr>
          <a:xfrm>
            <a:off x="544943" y="2409026"/>
            <a:ext cx="4950694" cy="2114550"/>
          </a:xfrm>
        </p:spPr>
        <p:txBody>
          <a:bodyPr anchor="ctr">
            <a:normAutofit/>
          </a:bodyPr>
          <a:lstStyle>
            <a:lvl1pPr marL="0" indent="0" algn="ctr">
              <a:lnSpc>
                <a:spcPct val="100000"/>
              </a:lnSpc>
              <a:buNone/>
              <a:defRPr sz="2200"/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Text Placeholder 16"/>
          <p:cNvSpPr>
            <a:spLocks noGrp="1"/>
          </p:cNvSpPr>
          <p:nvPr>
            <p:ph type="body" sz="quarter" idx="14"/>
          </p:nvPr>
        </p:nvSpPr>
        <p:spPr>
          <a:xfrm>
            <a:off x="854362" y="4784725"/>
            <a:ext cx="4331855" cy="276225"/>
          </a:xfr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lvl1pPr marL="0" indent="0" algn="ctr">
              <a:buNone/>
              <a:defRPr lang="en-US" sz="1200" b="1" cap="all" baseline="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marL="0" lvl="0" algn="ctr"/>
            <a:r>
              <a:rPr lang="en-US"/>
              <a:t>Click to edit Master text styles</a:t>
            </a:r>
          </a:p>
        </p:txBody>
      </p:sp>
      <p:cxnSp>
        <p:nvCxnSpPr>
          <p:cNvPr id="10" name="Straight Connector 9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854363" y="2244437"/>
            <a:ext cx="4331855" cy="0"/>
          </a:xfrm>
          <a:prstGeom prst="line">
            <a:avLst/>
          </a:prstGeom>
          <a:ln w="15875" cap="rnd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854363" y="4668983"/>
            <a:ext cx="4331855" cy="0"/>
          </a:xfrm>
          <a:prstGeom prst="line">
            <a:avLst/>
          </a:prstGeom>
          <a:ln w="15875" cap="rnd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" name="Group 5">
            <a:extLst>
              <a:ext uri="{FF2B5EF4-FFF2-40B4-BE49-F238E27FC236}">
                <a16:creationId xmlns:a16="http://schemas.microsoft.com/office/drawing/2014/main" id="{288D66E9-C096-F7E5-4608-69F3BFAA0E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0"/>
            <a:ext cx="12192000" cy="397164"/>
            <a:chOff x="0" y="0"/>
            <a:chExt cx="12192000" cy="397164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0D20D476-3C3C-17FB-6B9D-62877266FDDD}"/>
                </a:ext>
              </a:extLst>
            </p:cNvPr>
            <p:cNvSpPr/>
            <p:nvPr userDrawn="1"/>
          </p:nvSpPr>
          <p:spPr>
            <a:xfrm>
              <a:off x="1" y="198582"/>
              <a:ext cx="3082197" cy="19858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56A3B59E-EB98-37C9-ABAF-5F298CBCB50F}"/>
                </a:ext>
              </a:extLst>
            </p:cNvPr>
            <p:cNvSpPr/>
            <p:nvPr userDrawn="1"/>
          </p:nvSpPr>
          <p:spPr>
            <a:xfrm>
              <a:off x="3050818" y="198582"/>
              <a:ext cx="3047061" cy="198582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109ADF04-D661-134D-CEBE-7284FCA07F2A}"/>
                </a:ext>
              </a:extLst>
            </p:cNvPr>
            <p:cNvSpPr/>
            <p:nvPr userDrawn="1"/>
          </p:nvSpPr>
          <p:spPr>
            <a:xfrm>
              <a:off x="6097879" y="198582"/>
              <a:ext cx="3047061" cy="198582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EB66F9EB-2209-AA77-54BB-874DD2429227}"/>
                </a:ext>
              </a:extLst>
            </p:cNvPr>
            <p:cNvSpPr/>
            <p:nvPr userDrawn="1"/>
          </p:nvSpPr>
          <p:spPr>
            <a:xfrm>
              <a:off x="9144939" y="198582"/>
              <a:ext cx="3047061" cy="198582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AE99F41D-6A52-4E41-CCC6-4F322B85979A}"/>
                </a:ext>
              </a:extLst>
            </p:cNvPr>
            <p:cNvSpPr/>
            <p:nvPr userDrawn="1"/>
          </p:nvSpPr>
          <p:spPr>
            <a:xfrm>
              <a:off x="0" y="0"/>
              <a:ext cx="12191999" cy="198582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43317354"/>
      </p:ext>
    </p:extLst>
  </p:cSld>
  <p:clrMapOvr>
    <a:masterClrMapping/>
  </p:clrMapOvr>
  <p:transition spd="slow">
    <p:push dir="u"/>
  </p:transition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Divider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1550988" y="3461559"/>
            <a:ext cx="9070975" cy="598488"/>
          </a:xfrm>
        </p:spPr>
        <p:txBody>
          <a:bodyPr>
            <a:normAutofit/>
          </a:bodyPr>
          <a:lstStyle>
            <a:lvl1pPr marL="0" indent="0" algn="ctr">
              <a:buNone/>
              <a:defRPr sz="3200"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</a:lstStyle>
          <a:p>
            <a:pPr lvl="0"/>
            <a:r>
              <a:rPr lang="en-US" dirty="0" err="1"/>
              <a:t>Subheader</a:t>
            </a:r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287591" y="2382981"/>
            <a:ext cx="11569729" cy="1046019"/>
          </a:xfrm>
        </p:spPr>
        <p:txBody>
          <a:bodyPr anchor="b">
            <a:normAutofit/>
          </a:bodyPr>
          <a:lstStyle>
            <a:lvl1pPr algn="ctr">
              <a:defRPr sz="6000" b="1" cap="all" baseline="0"/>
            </a:lvl1pPr>
          </a:lstStyle>
          <a:p>
            <a:r>
              <a:rPr lang="en-US" dirty="0"/>
              <a:t>SECTION DIVIDER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10751004" y="6335309"/>
            <a:ext cx="1181114" cy="250337"/>
          </a:xfrm>
        </p:spPr>
        <p:txBody>
          <a:bodyPr/>
          <a:lstStyle/>
          <a:p>
            <a:fld id="{5FDFC970-B950-4395-A833-47227D4A68CA}" type="datetime1">
              <a:rPr lang="en-US" smtClean="0"/>
              <a:t>8/4/2025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dirty="0"/>
              <a:t>PAGE  </a:t>
            </a:r>
            <a:fld id="{93005692-73BE-493E-93AB-ECD6027A7652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6BE3B45F-F7EF-7AC1-2F71-A8F707B474F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0"/>
            <a:ext cx="12192000" cy="397164"/>
            <a:chOff x="0" y="0"/>
            <a:chExt cx="12192000" cy="397164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2E7FF446-A027-DF9C-2EF7-BB8A71A92C25}"/>
                </a:ext>
              </a:extLst>
            </p:cNvPr>
            <p:cNvSpPr/>
            <p:nvPr userDrawn="1"/>
          </p:nvSpPr>
          <p:spPr>
            <a:xfrm>
              <a:off x="1" y="198582"/>
              <a:ext cx="3082197" cy="19858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64DBD243-4CC4-FC6A-A3EF-134F0475518A}"/>
                </a:ext>
              </a:extLst>
            </p:cNvPr>
            <p:cNvSpPr/>
            <p:nvPr userDrawn="1"/>
          </p:nvSpPr>
          <p:spPr>
            <a:xfrm>
              <a:off x="3050818" y="198582"/>
              <a:ext cx="3047061" cy="198582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B51E8B32-A35D-0923-E7EE-4693F5A56614}"/>
                </a:ext>
              </a:extLst>
            </p:cNvPr>
            <p:cNvSpPr/>
            <p:nvPr userDrawn="1"/>
          </p:nvSpPr>
          <p:spPr>
            <a:xfrm>
              <a:off x="6097879" y="198582"/>
              <a:ext cx="3047061" cy="198582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D04998BE-5F59-2840-05C4-7AFCED90F6C7}"/>
                </a:ext>
              </a:extLst>
            </p:cNvPr>
            <p:cNvSpPr/>
            <p:nvPr userDrawn="1"/>
          </p:nvSpPr>
          <p:spPr>
            <a:xfrm>
              <a:off x="9144939" y="198582"/>
              <a:ext cx="3047061" cy="198582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571EFAE3-6B14-DE22-01D0-2E8AFF7CD36A}"/>
                </a:ext>
              </a:extLst>
            </p:cNvPr>
            <p:cNvSpPr/>
            <p:nvPr userDrawn="1"/>
          </p:nvSpPr>
          <p:spPr>
            <a:xfrm>
              <a:off x="0" y="0"/>
              <a:ext cx="12191999" cy="198582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467728093"/>
      </p:ext>
    </p:extLst>
  </p:cSld>
  <p:clrMapOvr>
    <a:masterClrMapping/>
  </p:clrMapOvr>
  <p:transition spd="slow">
    <p:push dir="u"/>
  </p:transition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Divider 2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1550988" y="3461559"/>
            <a:ext cx="9070975" cy="598488"/>
          </a:xfrm>
        </p:spPr>
        <p:txBody>
          <a:bodyPr>
            <a:normAutofit/>
          </a:bodyPr>
          <a:lstStyle>
            <a:lvl1pPr marL="0" indent="0" algn="ctr">
              <a:buNone/>
              <a:defRPr sz="3200">
                <a:solidFill>
                  <a:schemeClr val="bg1"/>
                </a:solidFill>
              </a:defRPr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</a:lstStyle>
          <a:p>
            <a:pPr lvl="0"/>
            <a:r>
              <a:rPr lang="en-US" dirty="0" err="1"/>
              <a:t>Subheader</a:t>
            </a:r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287591" y="2382981"/>
            <a:ext cx="11569729" cy="1046019"/>
          </a:xfrm>
        </p:spPr>
        <p:txBody>
          <a:bodyPr anchor="b">
            <a:normAutofit/>
          </a:bodyPr>
          <a:lstStyle>
            <a:lvl1pPr algn="ctr">
              <a:defRPr sz="6000" b="1" cap="all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SECTION DIVIDER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10751004" y="6335309"/>
            <a:ext cx="1181114" cy="250337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5FDFC970-B950-4395-A833-47227D4A68CA}" type="datetime1">
              <a:rPr lang="en-US" smtClean="0"/>
              <a:pPr/>
              <a:t>8/4/2025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PAGE  </a:t>
            </a:r>
            <a:fld id="{93005692-73BE-493E-93AB-ECD6027A7652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65364A90-0797-F96E-F770-FF1A12CE020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0"/>
            <a:ext cx="12192000" cy="397164"/>
            <a:chOff x="0" y="0"/>
            <a:chExt cx="12192000" cy="397164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04350EA6-F3C3-B71A-2AE8-59D702686268}"/>
                </a:ext>
              </a:extLst>
            </p:cNvPr>
            <p:cNvSpPr/>
            <p:nvPr userDrawn="1"/>
          </p:nvSpPr>
          <p:spPr>
            <a:xfrm>
              <a:off x="1" y="198582"/>
              <a:ext cx="3082197" cy="19858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9DFD5CBB-2458-6136-9C90-A6C4B927AC9B}"/>
                </a:ext>
              </a:extLst>
            </p:cNvPr>
            <p:cNvSpPr/>
            <p:nvPr userDrawn="1"/>
          </p:nvSpPr>
          <p:spPr>
            <a:xfrm>
              <a:off x="3050818" y="198582"/>
              <a:ext cx="3047061" cy="198582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7B84D87D-DBE9-B3EF-FFB3-C2AFE2A77403}"/>
                </a:ext>
              </a:extLst>
            </p:cNvPr>
            <p:cNvSpPr/>
            <p:nvPr userDrawn="1"/>
          </p:nvSpPr>
          <p:spPr>
            <a:xfrm>
              <a:off x="6097879" y="198582"/>
              <a:ext cx="3047061" cy="198582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0F1F04D2-CB9A-2272-4643-01B4FAAC4398}"/>
                </a:ext>
              </a:extLst>
            </p:cNvPr>
            <p:cNvSpPr/>
            <p:nvPr userDrawn="1"/>
          </p:nvSpPr>
          <p:spPr>
            <a:xfrm>
              <a:off x="9144939" y="198582"/>
              <a:ext cx="3047061" cy="198582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936161E2-6AF6-CD93-0C7B-DE95E53B4B4C}"/>
                </a:ext>
              </a:extLst>
            </p:cNvPr>
            <p:cNvSpPr/>
            <p:nvPr userDrawn="1"/>
          </p:nvSpPr>
          <p:spPr>
            <a:xfrm>
              <a:off x="0" y="0"/>
              <a:ext cx="12191999" cy="198582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666828729"/>
      </p:ext>
    </p:extLst>
  </p:cSld>
  <p:clrMapOvr>
    <a:masterClrMapping/>
  </p:clrMapOvr>
  <p:transition spd="slow">
    <p:push dir="u"/>
  </p:transition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Divider 3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1550988" y="3461559"/>
            <a:ext cx="9070975" cy="598488"/>
          </a:xfrm>
        </p:spPr>
        <p:txBody>
          <a:bodyPr>
            <a:normAutofit/>
          </a:bodyPr>
          <a:lstStyle>
            <a:lvl1pPr marL="0" indent="0" algn="ctr">
              <a:buNone/>
              <a:defRPr sz="3200">
                <a:solidFill>
                  <a:schemeClr val="bg1"/>
                </a:solidFill>
              </a:defRPr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</a:lstStyle>
          <a:p>
            <a:pPr lvl="0"/>
            <a:r>
              <a:rPr lang="en-US" dirty="0" err="1"/>
              <a:t>Subheader</a:t>
            </a:r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287591" y="2382981"/>
            <a:ext cx="11569729" cy="1046019"/>
          </a:xfrm>
        </p:spPr>
        <p:txBody>
          <a:bodyPr anchor="b">
            <a:normAutofit/>
          </a:bodyPr>
          <a:lstStyle>
            <a:lvl1pPr algn="ctr">
              <a:defRPr sz="6000" b="1" cap="all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SECTION DIVIDER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10751004" y="6335309"/>
            <a:ext cx="1181114" cy="250337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5FDFC970-B950-4395-A833-47227D4A68CA}" type="datetime1">
              <a:rPr lang="en-US" smtClean="0"/>
              <a:pPr/>
              <a:t>8/4/2025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PAGE  </a:t>
            </a:r>
            <a:fld id="{93005692-73BE-493E-93AB-ECD6027A7652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0AAC575D-0FA9-A38D-9797-156B5AA8A1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0"/>
            <a:ext cx="12192000" cy="397164"/>
            <a:chOff x="0" y="0"/>
            <a:chExt cx="12192000" cy="397164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572D70FB-ADA6-5E6E-29B1-A1623DE361B1}"/>
                </a:ext>
              </a:extLst>
            </p:cNvPr>
            <p:cNvSpPr/>
            <p:nvPr userDrawn="1"/>
          </p:nvSpPr>
          <p:spPr>
            <a:xfrm>
              <a:off x="1" y="198582"/>
              <a:ext cx="3082197" cy="19858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AA40349B-8324-5C56-8910-78C4E6366CCD}"/>
                </a:ext>
              </a:extLst>
            </p:cNvPr>
            <p:cNvSpPr/>
            <p:nvPr userDrawn="1"/>
          </p:nvSpPr>
          <p:spPr>
            <a:xfrm>
              <a:off x="3050818" y="198582"/>
              <a:ext cx="3047061" cy="198582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CD12A301-E6DF-7760-3D01-B0933E87104E}"/>
                </a:ext>
              </a:extLst>
            </p:cNvPr>
            <p:cNvSpPr/>
            <p:nvPr userDrawn="1"/>
          </p:nvSpPr>
          <p:spPr>
            <a:xfrm>
              <a:off x="6097879" y="198582"/>
              <a:ext cx="3047061" cy="198582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B5F068C1-6FE1-DFD6-F0F5-A3F1F8A8E5CD}"/>
                </a:ext>
              </a:extLst>
            </p:cNvPr>
            <p:cNvSpPr/>
            <p:nvPr userDrawn="1"/>
          </p:nvSpPr>
          <p:spPr>
            <a:xfrm>
              <a:off x="9144939" y="198582"/>
              <a:ext cx="3047061" cy="198582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C93460B5-979B-9830-988B-CA56409C364F}"/>
                </a:ext>
              </a:extLst>
            </p:cNvPr>
            <p:cNvSpPr/>
            <p:nvPr userDrawn="1"/>
          </p:nvSpPr>
          <p:spPr>
            <a:xfrm>
              <a:off x="0" y="0"/>
              <a:ext cx="12191999" cy="198582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035022777"/>
      </p:ext>
    </p:extLst>
  </p:cSld>
  <p:clrMapOvr>
    <a:masterClrMapping/>
  </p:clrMapOvr>
  <p:transition spd="slow">
    <p:push dir="u"/>
  </p:transition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losing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57225" y="4581236"/>
            <a:ext cx="10877550" cy="1597891"/>
          </a:xfrm>
          <a:noFill/>
        </p:spPr>
        <p:txBody>
          <a:bodyPr wrap="square" rtlCol="0" anchor="ctr" anchorCtr="1">
            <a:noAutofit/>
          </a:bodyPr>
          <a:lstStyle>
            <a:lvl1pPr algn="ctr">
              <a:defRPr lang="en-US" sz="1800" b="0" i="0" cap="none" baseline="0">
                <a:solidFill>
                  <a:schemeClr val="tx1"/>
                </a:solidFill>
                <a:latin typeface="Verdana" charset="0"/>
                <a:ea typeface="Verdana" charset="0"/>
                <a:cs typeface="Verdana" charset="0"/>
              </a:defRPr>
            </a:lvl1pPr>
          </a:lstStyle>
          <a:p>
            <a:pPr marL="0" lvl="0" algn="ctr">
              <a:lnSpc>
                <a:spcPct val="75000"/>
              </a:lnSpc>
            </a:pPr>
            <a:r>
              <a:rPr lang="en-US" dirty="0"/>
              <a:t>Click to edit master closing slide</a:t>
            </a:r>
          </a:p>
        </p:txBody>
      </p:sp>
      <p:sp>
        <p:nvSpPr>
          <p:cNvPr id="6" name="Date Placeholder 5"/>
          <p:cNvSpPr>
            <a:spLocks noGrp="1"/>
          </p:cNvSpPr>
          <p:nvPr>
            <p:ph type="dt" sz="half" idx="10"/>
          </p:nvPr>
        </p:nvSpPr>
        <p:spPr>
          <a:xfrm>
            <a:off x="10751004" y="6335309"/>
            <a:ext cx="1181114" cy="250337"/>
          </a:xfrm>
        </p:spPr>
        <p:txBody>
          <a:bodyPr/>
          <a:lstStyle/>
          <a:p>
            <a:fld id="{75D660D7-90CE-4513-A3CE-C070B9421917}" type="datetime1">
              <a:rPr lang="en-US" smtClean="0"/>
              <a:t>8/4/2025</a:t>
            </a:fld>
            <a:endParaRPr lang="en-US" dirty="0"/>
          </a:p>
        </p:txBody>
      </p:sp>
      <p:sp>
        <p:nvSpPr>
          <p:cNvPr id="10" name="Footer Placeholder 9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dirty="0"/>
              <a:t>PAGE  </a:t>
            </a:r>
            <a:fld id="{93005692-73BE-493E-93AB-ECD6027A7652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4" name="Picture 3" descr="University of Waterloo Faculty of Engineering logo">
            <a:extLst>
              <a:ext uri="{FF2B5EF4-FFF2-40B4-BE49-F238E27FC236}">
                <a16:creationId xmlns:a16="http://schemas.microsoft.com/office/drawing/2014/main" id="{08F22C7D-C1E2-3043-B369-F9AA670BFC5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047927" y="985586"/>
            <a:ext cx="6096143" cy="4075200"/>
          </a:xfrm>
          <a:prstGeom prst="rect">
            <a:avLst/>
          </a:prstGeom>
        </p:spPr>
      </p:pic>
      <p:grpSp>
        <p:nvGrpSpPr>
          <p:cNvPr id="3" name="Group 2">
            <a:extLst>
              <a:ext uri="{FF2B5EF4-FFF2-40B4-BE49-F238E27FC236}">
                <a16:creationId xmlns:a16="http://schemas.microsoft.com/office/drawing/2014/main" id="{07CA9BB1-9C2E-4569-BE1D-5D7F529E61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0"/>
            <a:ext cx="12192000" cy="397164"/>
            <a:chOff x="0" y="0"/>
            <a:chExt cx="12192000" cy="397164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CA410A60-FA9B-1ECF-958F-BC27BB5C2E95}"/>
                </a:ext>
              </a:extLst>
            </p:cNvPr>
            <p:cNvSpPr/>
            <p:nvPr userDrawn="1"/>
          </p:nvSpPr>
          <p:spPr>
            <a:xfrm>
              <a:off x="1" y="198582"/>
              <a:ext cx="3082197" cy="19858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ECC5613F-FE3A-A7CF-B132-7779C8C132EE}"/>
                </a:ext>
              </a:extLst>
            </p:cNvPr>
            <p:cNvSpPr/>
            <p:nvPr userDrawn="1"/>
          </p:nvSpPr>
          <p:spPr>
            <a:xfrm>
              <a:off x="3050818" y="198582"/>
              <a:ext cx="3047061" cy="198582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6EE9D1A7-9583-C584-47EB-0627750BD7CF}"/>
                </a:ext>
              </a:extLst>
            </p:cNvPr>
            <p:cNvSpPr/>
            <p:nvPr userDrawn="1"/>
          </p:nvSpPr>
          <p:spPr>
            <a:xfrm>
              <a:off x="6097879" y="198582"/>
              <a:ext cx="3047061" cy="198582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6D6DCD87-2E74-CDA8-1BA0-3DE81AD3380C}"/>
                </a:ext>
              </a:extLst>
            </p:cNvPr>
            <p:cNvSpPr/>
            <p:nvPr userDrawn="1"/>
          </p:nvSpPr>
          <p:spPr>
            <a:xfrm>
              <a:off x="9144939" y="198582"/>
              <a:ext cx="3047061" cy="198582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9FD214E4-DEB6-B4CF-DF1D-A1A345D13201}"/>
                </a:ext>
              </a:extLst>
            </p:cNvPr>
            <p:cNvSpPr/>
            <p:nvPr userDrawn="1"/>
          </p:nvSpPr>
          <p:spPr>
            <a:xfrm>
              <a:off x="0" y="0"/>
              <a:ext cx="12191999" cy="198582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269677358"/>
      </p:ext>
    </p:extLst>
  </p:cSld>
  <p:clrMapOvr>
    <a:masterClrMapping/>
  </p:clrMapOvr>
  <p:transition spd="slow">
    <p:push dir="u"/>
  </p:transition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losing Slide_ALT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733425" y="4682836"/>
            <a:ext cx="10725150" cy="1559782"/>
          </a:xfrm>
          <a:noFill/>
        </p:spPr>
        <p:txBody>
          <a:bodyPr wrap="square" rtlCol="0" anchor="ctr" anchorCtr="1">
            <a:noAutofit/>
          </a:bodyPr>
          <a:lstStyle>
            <a:lvl1pPr marL="0" algn="ctr">
              <a:lnSpc>
                <a:spcPct val="75000"/>
              </a:lnSpc>
              <a:defRPr lang="en-US" sz="1800" b="0" i="0">
                <a:solidFill>
                  <a:schemeClr val="bg1">
                    <a:alpha val="81000"/>
                  </a:schemeClr>
                </a:solidFill>
                <a:latin typeface="Verdana" charset="0"/>
                <a:ea typeface="Verdana" charset="0"/>
                <a:cs typeface="Verdana" charset="0"/>
              </a:defRPr>
            </a:lvl1pPr>
          </a:lstStyle>
          <a:p>
            <a:pPr marL="0" lvl="0" algn="ctr">
              <a:lnSpc>
                <a:spcPct val="75000"/>
              </a:lnSpc>
            </a:pPr>
            <a:r>
              <a:rPr lang="en-US" dirty="0"/>
              <a:t>Click to edit master closing slide</a:t>
            </a:r>
          </a:p>
        </p:txBody>
      </p:sp>
      <p:sp>
        <p:nvSpPr>
          <p:cNvPr id="6" name="Date Placeholder 5"/>
          <p:cNvSpPr>
            <a:spLocks noGrp="1"/>
          </p:cNvSpPr>
          <p:nvPr>
            <p:ph type="dt" sz="half" idx="10"/>
          </p:nvPr>
        </p:nvSpPr>
        <p:spPr>
          <a:xfrm>
            <a:off x="10751004" y="6335309"/>
            <a:ext cx="1181114" cy="250337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0A368D4B-3D0A-49AB-8EA2-2DC8CB4594DB}" type="datetime1">
              <a:rPr lang="en-US" smtClean="0"/>
              <a:pPr/>
              <a:t>8/4/2025</a:t>
            </a:fld>
            <a:endParaRPr lang="en-US" dirty="0"/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PRESENTATION TITLE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PAGE  </a:t>
            </a:r>
            <a:fld id="{93005692-73BE-493E-93AB-ECD6027A7652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5" name="Picture 4" descr="University of Waterloo Faculty of Engineering logo">
            <a:extLst>
              <a:ext uri="{FF2B5EF4-FFF2-40B4-BE49-F238E27FC236}">
                <a16:creationId xmlns:a16="http://schemas.microsoft.com/office/drawing/2014/main" id="{B312827E-EAC5-3946-AC23-03E04566DDA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047928" y="985586"/>
            <a:ext cx="6096143" cy="4075200"/>
          </a:xfrm>
          <a:prstGeom prst="rect">
            <a:avLst/>
          </a:prstGeom>
          <a:effectLst/>
        </p:spPr>
      </p:pic>
      <p:grpSp>
        <p:nvGrpSpPr>
          <p:cNvPr id="3" name="Group 2">
            <a:extLst>
              <a:ext uri="{FF2B5EF4-FFF2-40B4-BE49-F238E27FC236}">
                <a16:creationId xmlns:a16="http://schemas.microsoft.com/office/drawing/2014/main" id="{B8C08A7A-273E-2AF6-423F-B3A31B4E87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0"/>
            <a:ext cx="12192000" cy="397164"/>
            <a:chOff x="0" y="0"/>
            <a:chExt cx="12192000" cy="397164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26364F3F-3B82-84E7-CBE7-02C3AEE04520}"/>
                </a:ext>
              </a:extLst>
            </p:cNvPr>
            <p:cNvSpPr/>
            <p:nvPr userDrawn="1"/>
          </p:nvSpPr>
          <p:spPr>
            <a:xfrm>
              <a:off x="1" y="198582"/>
              <a:ext cx="3082197" cy="19858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20B8ADAC-7828-B63A-D5DA-453F6E05F127}"/>
                </a:ext>
              </a:extLst>
            </p:cNvPr>
            <p:cNvSpPr/>
            <p:nvPr userDrawn="1"/>
          </p:nvSpPr>
          <p:spPr>
            <a:xfrm>
              <a:off x="3050818" y="198582"/>
              <a:ext cx="3047061" cy="198582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2D015563-E92F-C342-9A7D-30F6A4E8A031}"/>
                </a:ext>
              </a:extLst>
            </p:cNvPr>
            <p:cNvSpPr/>
            <p:nvPr userDrawn="1"/>
          </p:nvSpPr>
          <p:spPr>
            <a:xfrm>
              <a:off x="6097879" y="198582"/>
              <a:ext cx="3047061" cy="198582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6A7D1E3D-066D-CE3E-D814-48C37B5F91F3}"/>
                </a:ext>
              </a:extLst>
            </p:cNvPr>
            <p:cNvSpPr/>
            <p:nvPr userDrawn="1"/>
          </p:nvSpPr>
          <p:spPr>
            <a:xfrm>
              <a:off x="9144939" y="198582"/>
              <a:ext cx="3047061" cy="198582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0511196A-9E52-FC64-5031-EB102393BE10}"/>
                </a:ext>
              </a:extLst>
            </p:cNvPr>
            <p:cNvSpPr/>
            <p:nvPr userDrawn="1"/>
          </p:nvSpPr>
          <p:spPr>
            <a:xfrm>
              <a:off x="0" y="0"/>
              <a:ext cx="12191999" cy="198582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722082862"/>
      </p:ext>
    </p:extLst>
  </p:cSld>
  <p:clrMapOvr>
    <a:masterClrMapping/>
  </p:clrMapOvr>
  <p:transition spd="slow">
    <p:push dir="u"/>
  </p:transition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Closing Slide_Y+W_ALT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Date Placeholder 5"/>
          <p:cNvSpPr>
            <a:spLocks noGrp="1"/>
          </p:cNvSpPr>
          <p:nvPr>
            <p:ph type="dt" sz="half" idx="10"/>
          </p:nvPr>
        </p:nvSpPr>
        <p:spPr>
          <a:xfrm>
            <a:off x="10751004" y="6335309"/>
            <a:ext cx="1181114" cy="250337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0A368D4B-3D0A-49AB-8EA2-2DC8CB4594DB}" type="datetime1">
              <a:rPr lang="en-US" smtClean="0"/>
              <a:pPr/>
              <a:t>8/4/2025</a:t>
            </a:fld>
            <a:endParaRPr lang="en-US" dirty="0"/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PRESENTATION TITLE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PAGE  </a:t>
            </a:r>
            <a:fld id="{93005692-73BE-493E-93AB-ECD6027A7652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5" name="Picture 4" descr="University of Waterloo Faculty of Engineering logo">
            <a:extLst>
              <a:ext uri="{FF2B5EF4-FFF2-40B4-BE49-F238E27FC236}">
                <a16:creationId xmlns:a16="http://schemas.microsoft.com/office/drawing/2014/main" id="{B312827E-EAC5-3946-AC23-03E04566DDA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047928" y="799131"/>
            <a:ext cx="6096143" cy="4075200"/>
          </a:xfrm>
          <a:prstGeom prst="rect">
            <a:avLst/>
          </a:prstGeom>
          <a:effectLst/>
        </p:spPr>
      </p:pic>
      <p:pic>
        <p:nvPicPr>
          <p:cNvPr id="16" name="Picture 15" descr="YOU+WATERLOO">
            <a:extLst>
              <a:ext uri="{FF2B5EF4-FFF2-40B4-BE49-F238E27FC236}">
                <a16:creationId xmlns:a16="http://schemas.microsoft.com/office/drawing/2014/main" id="{447C4EF9-A5C2-5947-9C94-BD3C8A011B26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187315" y="4854114"/>
            <a:ext cx="1817370" cy="51435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AB13A5EE-7ACD-F44B-B9D4-9E14E16B8E14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237482" y="5539328"/>
            <a:ext cx="3717036" cy="243459"/>
          </a:xfrm>
          <a:prstGeom prst="rect">
            <a:avLst/>
          </a:prstGeom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65551F98-0A77-9BFF-9522-8E7ECCBB75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0"/>
            <a:ext cx="12192000" cy="397164"/>
            <a:chOff x="0" y="0"/>
            <a:chExt cx="12192000" cy="397164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E1BD5278-A732-132E-D1BB-5FC1F8CDD5E2}"/>
                </a:ext>
              </a:extLst>
            </p:cNvPr>
            <p:cNvSpPr/>
            <p:nvPr userDrawn="1"/>
          </p:nvSpPr>
          <p:spPr>
            <a:xfrm>
              <a:off x="1" y="198582"/>
              <a:ext cx="3082197" cy="19858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0BF4F076-A524-9C72-246E-4632FB7B6835}"/>
                </a:ext>
              </a:extLst>
            </p:cNvPr>
            <p:cNvSpPr/>
            <p:nvPr userDrawn="1"/>
          </p:nvSpPr>
          <p:spPr>
            <a:xfrm>
              <a:off x="3050818" y="198582"/>
              <a:ext cx="3047061" cy="198582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6966D408-FB48-5753-CC50-CD16F619FAFA}"/>
                </a:ext>
              </a:extLst>
            </p:cNvPr>
            <p:cNvSpPr/>
            <p:nvPr userDrawn="1"/>
          </p:nvSpPr>
          <p:spPr>
            <a:xfrm>
              <a:off x="6097879" y="198582"/>
              <a:ext cx="3047061" cy="198582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0B35BE29-48EB-34E3-E99E-5D6ECC453C11}"/>
                </a:ext>
              </a:extLst>
            </p:cNvPr>
            <p:cNvSpPr/>
            <p:nvPr userDrawn="1"/>
          </p:nvSpPr>
          <p:spPr>
            <a:xfrm>
              <a:off x="9144939" y="198582"/>
              <a:ext cx="3047061" cy="198582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F53627FE-0E92-6205-F722-7C260F139C8A}"/>
                </a:ext>
              </a:extLst>
            </p:cNvPr>
            <p:cNvSpPr/>
            <p:nvPr userDrawn="1"/>
          </p:nvSpPr>
          <p:spPr>
            <a:xfrm>
              <a:off x="0" y="0"/>
              <a:ext cx="12191999" cy="198582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721874654"/>
      </p:ext>
    </p:extLst>
  </p:cSld>
  <p:clrMapOvr>
    <a:masterClrMapping/>
  </p:clrMapOvr>
  <p:transition spd="slow">
    <p:push dir="u"/>
  </p:transition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image" Target="../media/image1.png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University of Waterloo Faculty of Engineering logo">
            <a:extLst>
              <a:ext uri="{FF2B5EF4-FFF2-40B4-BE49-F238E27FC236}">
                <a16:creationId xmlns:a16="http://schemas.microsoft.com/office/drawing/2014/main" id="{75D18FC7-EB3D-A142-853C-7A6BC4BDE92C}"/>
              </a:ext>
            </a:extLst>
          </p:cNvPr>
          <p:cNvPicPr>
            <a:picLocks noChangeAspect="1"/>
          </p:cNvPicPr>
          <p:nvPr userDrawn="1"/>
        </p:nvPicPr>
        <p:blipFill>
          <a:blip r:embed="rId2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819902" y="5992113"/>
            <a:ext cx="3262499" cy="896736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59883" y="434108"/>
            <a:ext cx="11569729" cy="89592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9882" y="1413163"/>
            <a:ext cx="11569729" cy="459511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538014" y="6335309"/>
            <a:ext cx="1181114" cy="2503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fld id="{5FDFC970-B950-4395-A833-47227D4A68CA}" type="datetime1">
              <a:rPr lang="en-US" smtClean="0"/>
              <a:t>8/4/2025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9882" y="6335309"/>
            <a:ext cx="5226517" cy="2503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r>
              <a:rPr lang="en-US" dirty="0"/>
              <a:t>Progress Update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5588000" y="6335309"/>
            <a:ext cx="1016000" cy="2503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r>
              <a:rPr lang="en-US" dirty="0"/>
              <a:t>PAGE  </a:t>
            </a:r>
            <a:fld id="{93005692-73BE-493E-93AB-ECD6027A7652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9" name="Group 8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0"/>
            <a:ext cx="12192000" cy="397164"/>
            <a:chOff x="0" y="0"/>
            <a:chExt cx="12192000" cy="397164"/>
          </a:xfrm>
        </p:grpSpPr>
        <p:sp>
          <p:nvSpPr>
            <p:cNvPr id="16" name="Rectangle 15"/>
            <p:cNvSpPr/>
            <p:nvPr userDrawn="1"/>
          </p:nvSpPr>
          <p:spPr>
            <a:xfrm>
              <a:off x="1" y="198582"/>
              <a:ext cx="3082197" cy="19858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Rectangle 16"/>
            <p:cNvSpPr/>
            <p:nvPr userDrawn="1"/>
          </p:nvSpPr>
          <p:spPr>
            <a:xfrm>
              <a:off x="3050818" y="198582"/>
              <a:ext cx="3047061" cy="198582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Rectangle 17"/>
            <p:cNvSpPr/>
            <p:nvPr userDrawn="1"/>
          </p:nvSpPr>
          <p:spPr>
            <a:xfrm>
              <a:off x="6097879" y="198582"/>
              <a:ext cx="3047061" cy="198582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Rectangle 18"/>
            <p:cNvSpPr/>
            <p:nvPr userDrawn="1"/>
          </p:nvSpPr>
          <p:spPr>
            <a:xfrm>
              <a:off x="9144939" y="198582"/>
              <a:ext cx="3047061" cy="198582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Rectangle 19"/>
            <p:cNvSpPr/>
            <p:nvPr userDrawn="1"/>
          </p:nvSpPr>
          <p:spPr>
            <a:xfrm>
              <a:off x="0" y="0"/>
              <a:ext cx="12191999" cy="198582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9737001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9" r:id="rId1"/>
    <p:sldLayoutId id="2147483714" r:id="rId2"/>
    <p:sldLayoutId id="2147483715" r:id="rId3"/>
    <p:sldLayoutId id="2147483716" r:id="rId4"/>
    <p:sldLayoutId id="2147483670" r:id="rId5"/>
    <p:sldLayoutId id="2147483693" r:id="rId6"/>
    <p:sldLayoutId id="2147483671" r:id="rId7"/>
    <p:sldLayoutId id="2147483690" r:id="rId8"/>
    <p:sldLayoutId id="2147483672" r:id="rId9"/>
    <p:sldLayoutId id="2147483673" r:id="rId10"/>
    <p:sldLayoutId id="2147483674" r:id="rId11"/>
    <p:sldLayoutId id="2147483675" r:id="rId12"/>
    <p:sldLayoutId id="2147483710" r:id="rId13"/>
    <p:sldLayoutId id="2147483717" r:id="rId14"/>
    <p:sldLayoutId id="2147483718" r:id="rId15"/>
    <p:sldLayoutId id="2147483719" r:id="rId16"/>
    <p:sldLayoutId id="2147483720" r:id="rId17"/>
    <p:sldLayoutId id="2147483721" r:id="rId18"/>
    <p:sldLayoutId id="2147483712" r:id="rId19"/>
    <p:sldLayoutId id="2147483713" r:id="rId20"/>
    <p:sldLayoutId id="2147483723" r:id="rId21"/>
  </p:sldLayoutIdLst>
  <p:transition spd="slow">
    <p:push dir="u"/>
  </p:transition>
  <p:hf hdr="0" dt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3600" b="1" kern="1200" spc="5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88925" indent="-288925" algn="l" defTabSz="914400" rtl="0" eaLnBrk="1" latinLnBrk="0" hangingPunct="1">
        <a:lnSpc>
          <a:spcPct val="100000"/>
        </a:lnSpc>
        <a:spcBef>
          <a:spcPts val="800"/>
        </a:spcBef>
        <a:spcAft>
          <a:spcPts val="800"/>
        </a:spcAft>
        <a:buClr>
          <a:schemeClr val="tx1"/>
        </a:buClr>
        <a:buSzPct val="85000"/>
        <a:buFont typeface="Wingdings" charset="2"/>
        <a:buChar char="§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00000"/>
        </a:lnSpc>
        <a:spcBef>
          <a:spcPts val="800"/>
        </a:spcBef>
        <a:spcAft>
          <a:spcPts val="800"/>
        </a:spcAft>
        <a:buClr>
          <a:schemeClr val="tx1"/>
        </a:buClr>
        <a:buSzPct val="85000"/>
        <a:buFont typeface="Wingdings" charset="2"/>
        <a:buChar char="§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00000"/>
        </a:lnSpc>
        <a:spcBef>
          <a:spcPts val="800"/>
        </a:spcBef>
        <a:spcAft>
          <a:spcPts val="800"/>
        </a:spcAft>
        <a:buClr>
          <a:schemeClr val="tx1"/>
        </a:buClr>
        <a:buSzPct val="85000"/>
        <a:buFont typeface="Wingdings" charset="2"/>
        <a:buChar char="§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00000"/>
        </a:lnSpc>
        <a:spcBef>
          <a:spcPts val="800"/>
        </a:spcBef>
        <a:spcAft>
          <a:spcPts val="800"/>
        </a:spcAft>
        <a:buClr>
          <a:schemeClr val="tx1"/>
        </a:buClr>
        <a:buSzPct val="85000"/>
        <a:buFont typeface="Wingdings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00000"/>
        </a:lnSpc>
        <a:spcBef>
          <a:spcPts val="800"/>
        </a:spcBef>
        <a:spcAft>
          <a:spcPts val="800"/>
        </a:spcAft>
        <a:buClr>
          <a:schemeClr val="tx1"/>
        </a:buClr>
        <a:buSzPct val="85000"/>
        <a:buFont typeface="Wingdings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2740" y="1028940"/>
            <a:ext cx="9605660" cy="1474115"/>
          </a:xfrm>
        </p:spPr>
        <p:txBody>
          <a:bodyPr/>
          <a:lstStyle/>
          <a:p>
            <a:r>
              <a:rPr lang="en-US" dirty="0"/>
              <a:t>Research Progress Update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52740" y="4266821"/>
            <a:ext cx="5486243" cy="666549"/>
          </a:xfrm>
        </p:spPr>
        <p:txBody>
          <a:bodyPr>
            <a:normAutofit/>
          </a:bodyPr>
          <a:lstStyle/>
          <a:p>
            <a:r>
              <a:rPr lang="en-US" dirty="0"/>
              <a:t>Fateme Mohammad Mohammadi,</a:t>
            </a:r>
            <a:br>
              <a:rPr lang="en-US" dirty="0"/>
            </a:br>
            <a:r>
              <a:rPr lang="en-US" dirty="0"/>
              <a:t>Chemical Engineering</a:t>
            </a:r>
          </a:p>
        </p:txBody>
      </p:sp>
      <p:sp>
        <p:nvSpPr>
          <p:cNvPr id="10" name="Date Placeholder 9"/>
          <p:cNvSpPr>
            <a:spLocks noGrp="1"/>
          </p:cNvSpPr>
          <p:nvPr>
            <p:ph type="dt" sz="half" idx="10"/>
          </p:nvPr>
        </p:nvSpPr>
        <p:spPr>
          <a:xfrm>
            <a:off x="452740" y="2642329"/>
            <a:ext cx="1182916" cy="377962"/>
          </a:xfrm>
        </p:spPr>
        <p:txBody>
          <a:bodyPr/>
          <a:lstStyle/>
          <a:p>
            <a:r>
              <a:rPr lang="en-US" dirty="0"/>
              <a:t>8/5/2025</a:t>
            </a:r>
          </a:p>
        </p:txBody>
      </p:sp>
    </p:spTree>
    <p:extLst>
      <p:ext uri="{BB962C8B-B14F-4D97-AF65-F5344CB8AC3E}">
        <p14:creationId xmlns:p14="http://schemas.microsoft.com/office/powerpoint/2010/main" val="114863653"/>
      </p:ext>
    </p:extLst>
  </p:cSld>
  <p:clrMapOvr>
    <a:masterClrMapping/>
  </p:clrMapOvr>
  <p:transition spd="slow">
    <p:push dir="u"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B37D06-9DEE-FC6D-433B-EC3129357A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 and g defined explicitly and calculated based on </a:t>
            </a:r>
            <a:r>
              <a:rPr lang="en-US" dirty="0" err="1"/>
              <a:t>Ca,Cb,Cc</a:t>
            </a:r>
            <a:r>
              <a:rPr lang="en-US" dirty="0"/>
              <a:t> of NN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7772BDA-AC6B-BED4-D221-45E32230CF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Progress Update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17DB4EE-77E2-0D7B-3123-DAB2BD962D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/>
              <a:t>PAGE  </a:t>
            </a:r>
            <a:fld id="{93005692-73BE-493E-93AB-ECD6027A7652}" type="slidenum">
              <a:rPr lang="en-US" smtClean="0"/>
              <a:pPr/>
              <a:t>2</a:t>
            </a:fld>
            <a:endParaRPr lang="en-US" dirty="0"/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435B305F-A538-E47E-0DF3-1269BDE6CB6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624983" y="1414936"/>
            <a:ext cx="8840434" cy="4591691"/>
          </a:xfrm>
        </p:spPr>
      </p:pic>
    </p:spTree>
    <p:extLst>
      <p:ext uri="{BB962C8B-B14F-4D97-AF65-F5344CB8AC3E}">
        <p14:creationId xmlns:p14="http://schemas.microsoft.com/office/powerpoint/2010/main" val="434700746"/>
      </p:ext>
    </p:extLst>
  </p:cSld>
  <p:clrMapOvr>
    <a:masterClrMapping/>
  </p:clrMapOvr>
  <p:transition spd="slow">
    <p:push dir="u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813379-C775-62AE-8B2B-745B196C23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 and g defined explicitly and calculated based on </a:t>
            </a:r>
            <a:r>
              <a:rPr lang="en-US" dirty="0" err="1"/>
              <a:t>Ca,Cb,Cc</a:t>
            </a:r>
            <a:r>
              <a:rPr lang="en-US" dirty="0"/>
              <a:t> of NN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E64EE7-DC19-80DB-C788-5F3F5DD9E20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KKThPINN</a:t>
            </a:r>
            <a:r>
              <a:rPr lang="en-US" dirty="0"/>
              <a:t> Training Loss (Epoch 1000): 0.0015935207548965935</a:t>
            </a:r>
          </a:p>
          <a:p>
            <a:r>
              <a:rPr lang="en-US" dirty="0" err="1"/>
              <a:t>KKThPINN</a:t>
            </a:r>
            <a:r>
              <a:rPr lang="en-US" dirty="0"/>
              <a:t> Validation Loss (Epoch 1000): 0.0012231898124928475</a:t>
            </a:r>
          </a:p>
          <a:p>
            <a:r>
              <a:rPr lang="en-US" dirty="0"/>
              <a:t>NN Training Loss (Epoch 1000): 0.00776587056386453</a:t>
            </a:r>
          </a:p>
          <a:p>
            <a:r>
              <a:rPr lang="en-US" dirty="0"/>
              <a:t>NN Validation Loss (Epoch 1000): 0.006291127326489218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E28257E-65D2-296D-081C-B520AEBC19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Progress Update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E5742C9-5B3B-F03F-1E0F-DAF0768338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/>
              <a:t>PAGE  </a:t>
            </a:r>
            <a:fld id="{93005692-73BE-493E-93AB-ECD6027A7652}" type="slidenum">
              <a:rPr lang="en-US" smtClean="0"/>
              <a:pPr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6162087"/>
      </p:ext>
    </p:extLst>
  </p:cSld>
  <p:clrMapOvr>
    <a:masterClrMapping/>
  </p:clrMapOvr>
  <p:transition spd="slow">
    <p:push dir="u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B941EC-2F1D-FB73-17B6-6A6E6EDB3C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 and g defined explicitly and calculated based on </a:t>
            </a:r>
            <a:r>
              <a:rPr lang="en-US" dirty="0" err="1"/>
              <a:t>Ca,Cb,Cc</a:t>
            </a:r>
            <a:r>
              <a:rPr lang="en-US" dirty="0"/>
              <a:t> of NN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58D5F785-6C76-4CE7-5CC2-640504A90F8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763115" y="1429225"/>
            <a:ext cx="8564170" cy="4563112"/>
          </a:xfrm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93F13E8-48EE-A819-B402-E614AAE724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Progress Update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939081A-6E8A-A862-12DB-F94F16B2C4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/>
              <a:t>PAGE  </a:t>
            </a:r>
            <a:fld id="{93005692-73BE-493E-93AB-ECD6027A7652}" type="slidenum">
              <a:rPr lang="en-US" smtClean="0"/>
              <a:pPr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95462757"/>
      </p:ext>
    </p:extLst>
  </p:cSld>
  <p:clrMapOvr>
    <a:masterClrMapping/>
  </p:clrMapOvr>
  <p:transition spd="slow">
    <p:push dir="u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499ABA-B822-5426-474C-81F97A835E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Use the 5 outputs of NN in the KKT model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558003C0-CF8F-15B8-AFF7-901EB7DA122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734536" y="1457804"/>
            <a:ext cx="8621328" cy="4505954"/>
          </a:xfrm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E99A033-318F-D2CE-855E-C208BE3D68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Progress Update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17C1B4D-57EA-5198-9870-3CD8C4AF74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/>
              <a:t>PAGE  </a:t>
            </a:r>
            <a:fld id="{93005692-73BE-493E-93AB-ECD6027A7652}" type="slidenum">
              <a:rPr lang="en-US" smtClean="0"/>
              <a:pPr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18570587"/>
      </p:ext>
    </p:extLst>
  </p:cSld>
  <p:clrMapOvr>
    <a:masterClrMapping/>
  </p:clrMapOvr>
  <p:transition spd="slow">
    <p:push dir="u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7FD004-E856-63EA-9072-3EBAFE83F9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Use the 5 outputs of NN in the KKT model – loss values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FA7E20-F13E-F76C-4E9A-F72A801C53E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KKThPINN</a:t>
            </a:r>
            <a:r>
              <a:rPr lang="en-US" dirty="0"/>
              <a:t> Training Loss (Epoch 1000): 0.000649441753959758</a:t>
            </a:r>
          </a:p>
          <a:p>
            <a:r>
              <a:rPr lang="en-US" dirty="0" err="1"/>
              <a:t>KKThPINN</a:t>
            </a:r>
            <a:r>
              <a:rPr lang="en-US" dirty="0"/>
              <a:t> Validation Loss (Epoch 1000): 0.0005778171043754823</a:t>
            </a:r>
          </a:p>
          <a:p>
            <a:r>
              <a:rPr lang="en-US" dirty="0"/>
              <a:t>NN Training Loss (Epoch 1000): 0.009564732329233017</a:t>
            </a:r>
          </a:p>
          <a:p>
            <a:r>
              <a:rPr lang="en-US" dirty="0"/>
              <a:t>NN Validation Loss (Epoch 1000): 0.007198991886844008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1D302E3-41E5-8390-6EFD-A325A4A407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Progress Update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7416CAF-980B-2FB6-E0B7-8257BCDF8D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/>
              <a:t>PAGE  </a:t>
            </a:r>
            <a:fld id="{93005692-73BE-493E-93AB-ECD6027A7652}" type="slidenum">
              <a:rPr lang="en-US" smtClean="0"/>
              <a:pPr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48089849"/>
      </p:ext>
    </p:extLst>
  </p:cSld>
  <p:clrMapOvr>
    <a:masterClrMapping/>
  </p:clrMapOvr>
  <p:transition spd="slow">
    <p:push dir="u"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A4984F-91C2-2CE4-B4F9-E810C2EAFC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Use the 5 outputs of NN in the KKT model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B87F8CD6-7FC7-2FA1-D295-710AB6ECB18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629746" y="1467331"/>
            <a:ext cx="8830907" cy="4486901"/>
          </a:xfrm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8254B7E-5574-D563-2988-236F97FD6A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Progress Update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98D5761-D6E5-C448-907F-A8484B6124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/>
              <a:t>PAGE  </a:t>
            </a:r>
            <a:fld id="{93005692-73BE-493E-93AB-ECD6027A7652}" type="slidenum">
              <a:rPr lang="en-US" smtClean="0"/>
              <a:pPr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23011741"/>
      </p:ext>
    </p:extLst>
  </p:cSld>
  <p:clrMapOvr>
    <a:masterClrMapping/>
  </p:clrMapOvr>
  <p:transition spd="slow">
    <p:push dir="u"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C16C99-1E43-E8C6-059B-4CE6BC314C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Use the 4 outputs of NN in the KKT model, Ca, </a:t>
            </a:r>
            <a:r>
              <a:rPr lang="en-US" dirty="0" err="1"/>
              <a:t>Cb</a:t>
            </a:r>
            <a:r>
              <a:rPr lang="en-US" dirty="0"/>
              <a:t>, Cc, </a:t>
            </a:r>
            <a:r>
              <a:rPr lang="en-US"/>
              <a:t>f+g</a:t>
            </a:r>
            <a:endParaRPr lang="en-US" dirty="0"/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14839A7A-CB62-3F29-EBE5-00C84FBB588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666844" y="1412875"/>
            <a:ext cx="8756711" cy="4595813"/>
          </a:xfrm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7BBB089-5929-B52A-2A8B-1899DC4B42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Progress Update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2CAF44A-2213-A6FD-8CDB-9C0C7BE6C0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/>
              <a:t>PAGE  </a:t>
            </a:r>
            <a:fld id="{93005692-73BE-493E-93AB-ECD6027A7652}" type="slidenum">
              <a:rPr lang="en-US" smtClean="0"/>
              <a:pPr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11593100"/>
      </p:ext>
    </p:extLst>
  </p:cSld>
  <p:clrMapOvr>
    <a:masterClrMapping/>
  </p:clrMapOvr>
  <p:transition spd="slow">
    <p:push dir="u"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DD15D6-8B55-DC91-2DC6-A015928380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Use the 4 outputs of NN in the KKT model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B2FED1-E598-33AF-6B80-667682CD77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KKThPINN</a:t>
            </a:r>
            <a:r>
              <a:rPr lang="en-US" dirty="0"/>
              <a:t> Training Loss (Epoch 1000): 0.00011754719475802074</a:t>
            </a:r>
          </a:p>
          <a:p>
            <a:r>
              <a:rPr lang="en-US" dirty="0" err="1"/>
              <a:t>KKThPINN</a:t>
            </a:r>
            <a:r>
              <a:rPr lang="en-US" dirty="0"/>
              <a:t> Validation Loss (Epoch 1000): 0.0001061892212423211</a:t>
            </a:r>
          </a:p>
          <a:p>
            <a:r>
              <a:rPr lang="en-US" dirty="0"/>
              <a:t>NN Training Loss (Epoch 1000): 0.00022777821932331273</a:t>
            </a:r>
          </a:p>
          <a:p>
            <a:r>
              <a:rPr lang="en-US" dirty="0"/>
              <a:t>NN Validation Loss (Epoch 1000): 0.00024855702375408664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0F02A83-9BC7-D5BC-F3C6-97AD36FF53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Progress Update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974FB8F-F04E-F74A-3F7D-B6AD036BAF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/>
              <a:t>PAGE  </a:t>
            </a:r>
            <a:fld id="{93005692-73BE-493E-93AB-ECD6027A7652}" type="slidenum">
              <a:rPr lang="en-US" smtClean="0"/>
              <a:pPr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91710291"/>
      </p:ext>
    </p:extLst>
  </p:cSld>
  <p:clrMapOvr>
    <a:masterClrMapping/>
  </p:clrMapOvr>
  <p:transition spd="slow">
    <p:push dir="u"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4F9E2C-685F-7959-26A4-AF96AD696C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Use the 4 outputs of NN in the KKT model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3CDEFE9D-4BF4-95A1-ABC1-23BC09950C7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727623" y="1412875"/>
            <a:ext cx="8635153" cy="4595813"/>
          </a:xfrm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8CBEC72-48EF-80DA-9AE6-6E3796CC71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Progress Update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554D949-FC0A-7C7D-CB11-604FF899FC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/>
              <a:t>PAGE  </a:t>
            </a:r>
            <a:fld id="{93005692-73BE-493E-93AB-ECD6027A7652}" type="slidenum">
              <a:rPr lang="en-US" smtClean="0"/>
              <a:pPr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44294287"/>
      </p:ext>
    </p:extLst>
  </p:cSld>
  <p:clrMapOvr>
    <a:masterClrMapping/>
  </p:clrMapOvr>
  <p:transition spd="slow">
    <p:push dir="u"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DC5D48-C993-3617-648B-CDC776D6EC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Use the 2 outputs of NN in the KKT model, Ca and </a:t>
            </a:r>
            <a:r>
              <a:rPr lang="en-US" dirty="0" err="1"/>
              <a:t>f+g</a:t>
            </a:r>
            <a:endParaRPr lang="en-US" dirty="0"/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F3ED5682-CA8B-88F1-D33B-714A23143AB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323926" y="1412875"/>
            <a:ext cx="9442547" cy="4595813"/>
          </a:xfrm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C32C592-7B83-AE91-0BA6-E965EDD54D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Progress Update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2D59DD3-8108-5EE6-7A23-38B61A03DD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/>
              <a:t>PAGE  </a:t>
            </a:r>
            <a:fld id="{93005692-73BE-493E-93AB-ECD6027A7652}" type="slidenum">
              <a:rPr lang="en-US" smtClean="0"/>
              <a:pPr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60665558"/>
      </p:ext>
    </p:extLst>
  </p:cSld>
  <p:clrMapOvr>
    <a:masterClrMapping/>
  </p:clrMapOvr>
  <p:transition spd="slow">
    <p:push dir="u"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2D3B86-50C9-2CAE-9B3F-313964DB3A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Use the 2 outputs of NN in the KKT model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13086A-D587-395F-0D61-C743DF64EBE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KKThPINN</a:t>
            </a:r>
            <a:r>
              <a:rPr lang="en-US" dirty="0"/>
              <a:t> Training Loss (Epoch 1000): 5.5391030010630224e-05</a:t>
            </a:r>
          </a:p>
          <a:p>
            <a:r>
              <a:rPr lang="en-US" dirty="0" err="1"/>
              <a:t>KKThPINN</a:t>
            </a:r>
            <a:r>
              <a:rPr lang="en-US" dirty="0"/>
              <a:t> Validation Loss (Epoch 1000): 5.5798046694264723e-05</a:t>
            </a:r>
          </a:p>
          <a:p>
            <a:r>
              <a:rPr lang="en-US" dirty="0"/>
              <a:t>NN Training Loss (Epoch 1000): 0.00014969633853121865</a:t>
            </a:r>
          </a:p>
          <a:p>
            <a:r>
              <a:rPr lang="en-US" dirty="0"/>
              <a:t>NN Validation Loss (Epoch 1000): 0.0001402782563571227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2D98A61-2F9B-7CB1-5F76-5D6D261BD3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Progress Update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9B39F36-6DF2-3A78-66CB-EB4A73554D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/>
              <a:t>PAGE  </a:t>
            </a:r>
            <a:fld id="{93005692-73BE-493E-93AB-ECD6027A7652}" type="slidenum">
              <a:rPr lang="en-US" smtClean="0"/>
              <a:pPr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79996415"/>
      </p:ext>
    </p:extLst>
  </p:cSld>
  <p:clrMapOvr>
    <a:masterClrMapping/>
  </p:clrMapOvr>
  <p:transition spd="slow">
    <p:push dir="u"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03822D-C0C0-F1E9-0A3C-E214B9BC7F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Use the 2 outputs of NN in the KKT model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86DCFC36-0BBF-2524-EAEF-68E539EBCD1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589667" y="1412875"/>
            <a:ext cx="8911066" cy="4595813"/>
          </a:xfrm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300C87A-69EE-B842-BC0A-78581A8A41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Progress Update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E3D055A-EFC5-B644-BB45-A44376F0D1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/>
              <a:t>PAGE  </a:t>
            </a:r>
            <a:fld id="{93005692-73BE-493E-93AB-ECD6027A7652}" type="slidenum">
              <a:rPr lang="en-US" smtClean="0"/>
              <a:pPr/>
              <a:t>13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93890922"/>
      </p:ext>
    </p:extLst>
  </p:cSld>
  <p:clrMapOvr>
    <a:masterClrMapping/>
  </p:clrMapOvr>
  <p:transition spd="slow">
    <p:push dir="u"/>
  </p:transition>
</p:sld>
</file>

<file path=ppt/theme/theme1.xml><?xml version="1.0" encoding="utf-8"?>
<a:theme xmlns:a="http://schemas.openxmlformats.org/drawingml/2006/main" name="UofWaterloo_WhiteBkgrd">
  <a:themeElements>
    <a:clrScheme name="UWaterloo Engineering">
      <a:dk1>
        <a:srgbClr val="000000"/>
      </a:dk1>
      <a:lt1>
        <a:srgbClr val="FFFFFF"/>
      </a:lt1>
      <a:dk2>
        <a:srgbClr val="757575"/>
      </a:dk2>
      <a:lt2>
        <a:srgbClr val="D6D6D6"/>
      </a:lt2>
      <a:accent1>
        <a:srgbClr val="B45DCB"/>
      </a:accent1>
      <a:accent2>
        <a:srgbClr val="0C0C0C"/>
      </a:accent2>
      <a:accent3>
        <a:srgbClr val="865DA4"/>
      </a:accent3>
      <a:accent4>
        <a:srgbClr val="C2A8F0"/>
      </a:accent4>
      <a:accent5>
        <a:srgbClr val="5D0096"/>
      </a:accent5>
      <a:accent6>
        <a:srgbClr val="865DA4"/>
      </a:accent6>
      <a:hlink>
        <a:srgbClr val="5D0096"/>
      </a:hlink>
      <a:folHlink>
        <a:srgbClr val="595959"/>
      </a:folHlink>
    </a:clrScheme>
    <a:fontScheme name="Custom 3">
      <a:majorFont>
        <a:latin typeface="Barlow Condensed"/>
        <a:ea typeface=""/>
        <a:cs typeface=""/>
      </a:majorFont>
      <a:minorFont>
        <a:latin typeface="Georgia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ulty_of_engineering_powerpoint_template_16-9_widescreen" id="{987C9BB4-A0D7-4E4D-8D46-56A52F7D2DA8}" vid="{9C87E2C4-D19B-8F42-9558-536F7D440E1E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9535D3CEC2F76A4CA1EC3507E2D03D36" ma:contentTypeVersion="16" ma:contentTypeDescription="Create a new document." ma:contentTypeScope="" ma:versionID="bb97bee70b1606bbb700640dacabe47f">
  <xsd:schema xmlns:xsd="http://www.w3.org/2001/XMLSchema" xmlns:xs="http://www.w3.org/2001/XMLSchema" xmlns:p="http://schemas.microsoft.com/office/2006/metadata/properties" xmlns:ns2="9bed8fe0-fd4c-4f92-9936-a2497f3396f6" xmlns:ns3="5d8f0207-1964-4a5e-9049-2927796093eb" targetNamespace="http://schemas.microsoft.com/office/2006/metadata/properties" ma:root="true" ma:fieldsID="5de26a37e5c2406e777d4ddd47cd8e40" ns2:_="" ns3:_="">
    <xsd:import namespace="9bed8fe0-fd4c-4f92-9936-a2497f3396f6"/>
    <xsd:import namespace="5d8f0207-1964-4a5e-9049-2927796093eb"/>
    <xsd:element name="properties">
      <xsd:complexType>
        <xsd:sequence>
          <xsd:element name="documentManagement">
            <xsd:complexType>
              <xsd:all>
                <xsd:element ref="ns2:SharedWithUsers" minOccurs="0"/>
                <xsd:element ref="ns2:SharedWithDetails" minOccurs="0"/>
                <xsd:element ref="ns3:MediaServiceMetadata" minOccurs="0"/>
                <xsd:element ref="ns3:MediaServiceFastMetadata" minOccurs="0"/>
                <xsd:element ref="ns3:MediaServiceAutoKeyPoints" minOccurs="0"/>
                <xsd:element ref="ns3:MediaServiceKeyPoints" minOccurs="0"/>
                <xsd:element ref="ns3:MediaServiceObjectDetectorVersions" minOccurs="0"/>
                <xsd:element ref="ns3:MediaServiceSearchProperties" minOccurs="0"/>
                <xsd:element ref="ns3:lcf76f155ced4ddcb4097134ff3c332f" minOccurs="0"/>
                <xsd:element ref="ns2:TaxCatchAll" minOccurs="0"/>
                <xsd:element ref="ns3:MediaServiceDateTaken" minOccurs="0"/>
                <xsd:element ref="ns3:MediaServiceOCR" minOccurs="0"/>
                <xsd:element ref="ns3:MediaServiceGenerationTime" minOccurs="0"/>
                <xsd:element ref="ns3:MediaServiceEventHashCod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bed8fe0-fd4c-4f92-9936-a2497f3396f6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Shared With" ma:SearchPeopleOnly="false" ma:SharePointGroup="0" ma:internalName="SharedWithUsers" ma:readOnly="true" ma:showField="ImnNam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18" nillable="true" ma:displayName="Taxonomy Catch All Column" ma:hidden="true" ma:list="{ba7b523d-fb2c-44c1-96a9-2a2e1bedae48}" ma:internalName="TaxCatchAll" ma:showField="CatchAllData" ma:web="9bed8fe0-fd4c-4f92-9936-a2497f3396f6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d8f0207-1964-4a5e-9049-2927796093eb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0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2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3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ObjectDetectorVersions" ma:index="14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5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lcf76f155ced4ddcb4097134ff3c332f" ma:index="17" nillable="true" ma:taxonomy="true" ma:internalName="lcf76f155ced4ddcb4097134ff3c332f" ma:taxonomyFieldName="MediaServiceImageTags" ma:displayName="Image Tags" ma:readOnly="false" ma:fieldId="{5cf76f15-5ced-4ddc-b409-7134ff3c332f}" ma:taxonomyMulti="true" ma:sspId="cbf906fe-3e8e-4b22-a6fd-bde302b9218c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9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CR" ma:index="20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21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22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4" ma:displayName="Content Type"/>
        <xsd:element ref="dc:title" minOccurs="0" maxOccurs="1" ma:index="3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5d8f0207-1964-4a5e-9049-2927796093eb">
      <Terms xmlns="http://schemas.microsoft.com/office/infopath/2007/PartnerControls"/>
    </lcf76f155ced4ddcb4097134ff3c332f>
    <TaxCatchAll xmlns="9bed8fe0-fd4c-4f92-9936-a2497f3396f6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9796CB3A-B122-4517-855C-0F4A88E980E9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9bed8fe0-fd4c-4f92-9936-a2497f3396f6"/>
    <ds:schemaRef ds:uri="5d8f0207-1964-4a5e-9049-2927796093eb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746C92BA-2C15-4648-8094-8AE24EF764A2}">
  <ds:schemaRefs>
    <ds:schemaRef ds:uri="http://schemas.microsoft.com/office/2006/metadata/properties"/>
    <ds:schemaRef ds:uri="http://schemas.microsoft.com/office/infopath/2007/PartnerControls"/>
    <ds:schemaRef ds:uri="5d8f0207-1964-4a5e-9049-2927796093eb"/>
    <ds:schemaRef ds:uri="9bed8fe0-fd4c-4f92-9936-a2497f3396f6"/>
  </ds:schemaRefs>
</ds:datastoreItem>
</file>

<file path=customXml/itemProps3.xml><?xml version="1.0" encoding="utf-8"?>
<ds:datastoreItem xmlns:ds="http://schemas.openxmlformats.org/officeDocument/2006/customXml" ds:itemID="{87F4C4DB-07ED-49AD-9A79-4094EE45E6E4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>
  <clbl:label id="{723a5a87-f39a-4a22-9247-3fc240c01396}" enabled="0" method="" siteId="{723a5a87-f39a-4a22-9247-3fc240c01396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engineering_powerpoint_template_16-9_widescreen</Template>
  <TotalTime>79842</TotalTime>
  <Words>344</Words>
  <Application>Microsoft Office PowerPoint</Application>
  <PresentationFormat>Widescreen</PresentationFormat>
  <Paragraphs>55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20" baseType="lpstr">
      <vt:lpstr>Arial</vt:lpstr>
      <vt:lpstr>Barlow Condensed</vt:lpstr>
      <vt:lpstr>Calibri</vt:lpstr>
      <vt:lpstr>Georgia</vt:lpstr>
      <vt:lpstr>Verdana</vt:lpstr>
      <vt:lpstr>Wingdings</vt:lpstr>
      <vt:lpstr>UofWaterloo_WhiteBkgrd</vt:lpstr>
      <vt:lpstr>Research Progress Update</vt:lpstr>
      <vt:lpstr>F and g defined explicitly and calculated based on Ca,Cb,Cc of NN</vt:lpstr>
      <vt:lpstr>F and g defined explicitly and calculated based on Ca,Cb,Cc of NN</vt:lpstr>
      <vt:lpstr>F and g defined explicitly and calculated based on Ca,Cb,Cc of NN</vt:lpstr>
      <vt:lpstr>Use the 5 outputs of NN in the KKT model</vt:lpstr>
      <vt:lpstr>Use the 5 outputs of NN in the KKT model – loss values</vt:lpstr>
      <vt:lpstr>Use the 5 outputs of NN in the KKT model</vt:lpstr>
      <vt:lpstr>Use the 4 outputs of NN in the KKT model, Ca, Cb, Cc, f+g</vt:lpstr>
      <vt:lpstr>Use the 4 outputs of NN in the KKT model</vt:lpstr>
      <vt:lpstr>Use the 4 outputs of NN in the KKT model</vt:lpstr>
      <vt:lpstr>Use the 2 outputs of NN in the KKT model, Ca and f+g</vt:lpstr>
      <vt:lpstr>Use the 2 outputs of NN in the KKT model</vt:lpstr>
      <vt:lpstr>Use the 2 outputs of NN in the KKT model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Fateme Mohammad Mohammadi</dc:creator>
  <cp:lastModifiedBy>Fateme Mohammad Mohammadi</cp:lastModifiedBy>
  <cp:revision>327</cp:revision>
  <dcterms:created xsi:type="dcterms:W3CDTF">2024-09-20T14:42:09Z</dcterms:created>
  <dcterms:modified xsi:type="dcterms:W3CDTF">2025-08-04T17:13:01Z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0x0101009535D3CEC2F76A4CA1EC3507E2D03D36</vt:lpwstr>
  </property>
</Properties>
</file>