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5" r:id="rId6"/>
    <p:sldId id="280" r:id="rId7"/>
    <p:sldId id="277" r:id="rId8"/>
    <p:sldId id="279" r:id="rId9"/>
    <p:sldId id="278" r:id="rId10"/>
    <p:sldId id="281" r:id="rId11"/>
    <p:sldId id="283" r:id="rId12"/>
    <p:sldId id="285" r:id="rId13"/>
    <p:sldId id="286" r:id="rId14"/>
    <p:sldId id="28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3F00"/>
    <a:srgbClr val="FFFFFF"/>
    <a:srgbClr val="E4B429"/>
    <a:srgbClr val="FFD54F"/>
    <a:srgbClr val="FFEA3D"/>
    <a:srgbClr val="FFFFAA"/>
    <a:srgbClr val="E0249A"/>
    <a:srgbClr val="0073CF"/>
    <a:srgbClr val="57068C"/>
    <a:srgbClr val="FF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83" autoAdjust="0"/>
    <p:restoredTop sz="88489" autoAdjust="0"/>
  </p:normalViewPr>
  <p:slideViewPr>
    <p:cSldViewPr snapToGrid="0">
      <p:cViewPr varScale="1">
        <p:scale>
          <a:sx n="95" d="100"/>
          <a:sy n="95" d="100"/>
        </p:scale>
        <p:origin x="7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4E57-1CF6-4440-8310-3CBE926400C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3DC02-E926-F143-BEA7-834664C01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930DF486-3438-A340-9F75-BB86BE289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6056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7E6BEA-9D28-86FA-D573-63E937A96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4DF45C-A64A-062F-9CED-3E842F488317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B245BA-2894-CA76-0F75-D34749BB980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20A4491-7F26-FD1F-E922-D16588A2AF7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4467DA2-12C4-867B-1A08-D4BC12EE3119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B127630-A949-31A6-994A-2119B96BA2F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E5E2D7B7-C046-952F-FFBF-CDF3C05A39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976B466-9D8C-A8C3-EB96-3631DC205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AEAB53-3AF3-394F-5A0D-265C448ECA6E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4BD0F5-AD43-7157-6853-3CD55084FE7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F12FAF-5A82-CC83-3020-79FECB6A9B1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E8C28B-8279-2C62-9323-C451CFBB294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CBBFB6-9B79-D3A2-687E-255A236C963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University of Waterloo Faculty of Engineering logo">
            <a:extLst>
              <a:ext uri="{FF2B5EF4-FFF2-40B4-BE49-F238E27FC236}">
                <a16:creationId xmlns:a16="http://schemas.microsoft.com/office/drawing/2014/main" id="{C7842B6A-813C-FA45-B88D-CE413A77F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254931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69F524-D51C-40DB-F389-1673BFAA4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859F7A-5A85-CDB2-227D-E72CEFB48AF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991028-4405-8861-5C0F-DDCED6AE10C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0B4E87-130B-529C-B325-CF2152D17DB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3B4BA68-9EA4-7A22-3621-B9ED64303A72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15C994C-FB53-4A65-2E87-41A181943148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61486EB2-DBB7-6812-FFCB-C07E1DEE6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4CF5075-07D9-F9E3-0595-1A0D8C92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D24995-6F05-8ECB-D3BE-0691DF97B91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36C1D7-6B11-F5C9-0533-3719C5ECB00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69C97C2-B343-C17E-D528-65C442051DD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ED34F6-8D98-D192-5DBF-F8BDC1DB62E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4B2663-04FA-0615-C4BC-D798630AB8B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Progress Update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b="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8200"/>
            <a:ext cx="8770620" cy="1212056"/>
          </a:xfrm>
        </p:spPr>
        <p:txBody>
          <a:bodyPr anchor="b">
            <a:noAutofit/>
          </a:bodyPr>
          <a:lstStyle>
            <a:lvl1pPr algn="l">
              <a:defRPr sz="4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8086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8BDD71-5673-C3E4-61B8-8F8F04130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BF8245-E943-0D71-7CC0-09B6B4E3260B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2D8089-B052-A801-A878-B773A49F861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3A2417-24CA-2534-65B9-CAFF9B77F07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BD4852-C253-61D4-26E8-4222BFD9B55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AFAF2-35DA-8050-8069-401CD4268EF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Progress Update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F0E357-D0D7-C8D3-9BB9-CBCD595E2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F904F2D-EB5B-78C1-C9CD-AD22B98AAF2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3A6C96-3A16-4F62-35CE-95FC1296115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B83E9C-7246-D12C-1E4F-7F8C8CACBCB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A84279-81BF-BD14-75E3-45D84ED22AE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C3DEA0-E90A-8F4E-6FCC-22A0591AE8A4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B5677E-A76C-D8C2-715E-D2CC90E7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97014F-8428-CB57-EA94-4926AC5048D6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08710D-B7A2-5B78-4CA2-26A7E60D2EA8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BC1D33-6438-5920-7D04-F461F1F2C24C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584E8BE-411E-3D79-1AEB-CFBE9515CD5B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2D3D3E-C28F-C346-1738-B63D4769D73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07867"/>
            <a:ext cx="5440648" cy="5445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79637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88D66E9-C096-F7E5-4608-69F3BFAA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20D476-3C3C-17FB-6B9D-62877266FDD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A3B59E-EB98-37C9-ABAF-5F298CBCB50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9ADF04-D661-134D-CEBE-7284FCA07F2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B66F9EB-2209-AA77-54BB-874DD242922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E99F41D-6A52-4E41-CCC6-4F322B85979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E3B45F-F7EF-7AC1-2F71-A8F707B47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7FF446-A027-DF9C-2EF7-BB8A71A92C2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DBD243-4CC4-FC6A-A3EF-134F0475518A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1E8B32-A35D-0923-E7EE-4693F5A56614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4998BE-5F59-2840-05C4-7AFCED90F6C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71EFAE3-6B14-DE22-01D0-2E8AFF7CD36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5364A90-0797-F96E-F770-FF1A12CE0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350EA6-F3C3-B71A-2AE8-59D70268626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FD5CBB-2458-6136-9C90-A6C4B927AC9B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84D87D-DBE9-B3EF-FFB3-C2AFE2A77403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1F04D2-CB9A-2272-4643-01B4FAAC439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6161E2-6AF6-CD93-0C7B-DE95E53B4B4C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AC575D-0FA9-A38D-9797-156B5AA8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2D70FB-ADA6-5E6E-29B1-A1623DE361B1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40349B-8324-5C56-8910-78C4E6366CCD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12A301-E6DF-7760-3D01-B0933E87104E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F068C1-6FE1-DFD6-F0F5-A3F1F8A8E5C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3460B5-979B-9830-988B-CA56409C364F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08F22C7D-C1E2-3043-B369-F9AA670BF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7" y="985586"/>
            <a:ext cx="6096143" cy="40752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7CA9BB1-9C2E-4569-BE1D-5D7F529E6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410A60-FA9B-1ECF-958F-BC27BB5C2E9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C5613F-FE3A-A7CF-B132-7779C8C132EE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E9D1A7-9583-C584-47EB-0627750BD7C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6DCD87-2E74-CDA8-1BA0-3DE81AD3380C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D214E4-DEB6-B4CF-DF1D-A1A345D13201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8/26/2025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985586"/>
            <a:ext cx="6096143" cy="4075200"/>
          </a:xfrm>
          <a:prstGeom prst="rect">
            <a:avLst/>
          </a:prstGeom>
          <a:effectLst/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8C08A7A-273E-2AF6-423F-B3A31B4E8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364F3F-3B82-84E7-CBE7-02C3AEE04520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B8ADAC-7828-B63A-D5DA-453F6E05F127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015563-E92F-C342-9A7D-30F6A4E8A0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7D1E3D-066D-CE3E-D814-48C37B5F91F3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511196A-9E52-FC64-5031-EB102393BE1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8/26/2025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799131"/>
            <a:ext cx="6096143" cy="4075200"/>
          </a:xfrm>
          <a:prstGeom prst="rect">
            <a:avLst/>
          </a:prstGeom>
          <a:effectLst/>
        </p:spPr>
      </p:pic>
      <p:pic>
        <p:nvPicPr>
          <p:cNvPr id="16" name="Picture 15" descr="YOU+WATERLOO">
            <a:extLst>
              <a:ext uri="{FF2B5EF4-FFF2-40B4-BE49-F238E27FC236}">
                <a16:creationId xmlns:a16="http://schemas.microsoft.com/office/drawing/2014/main" id="{447C4EF9-A5C2-5947-9C94-BD3C8A011B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7315" y="4854114"/>
            <a:ext cx="1817370" cy="514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3A5EE-7ACD-F44B-B9D4-9E14E16B8E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482" y="5539328"/>
            <a:ext cx="3717036" cy="24345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5551F98-0A77-9BFF-9522-8E7ECCBB7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1BD5278-A732-132E-D1BB-5FC1F8CDD5E2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F4F076-A524-9C72-246E-4632FB7B683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66D408-FB48-5753-CC50-CD16F619FAF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35BE29-48EB-34E3-E99E-5D6ECC453C11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3627FE-0E92-6205-F722-7C260F139C8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18746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University of Waterloo Faculty of Engineering logo">
            <a:extLst>
              <a:ext uri="{FF2B5EF4-FFF2-40B4-BE49-F238E27FC236}">
                <a16:creationId xmlns:a16="http://schemas.microsoft.com/office/drawing/2014/main" id="{75D18FC7-EB3D-A142-853C-7A6BC4BDE92C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19902" y="5992113"/>
            <a:ext cx="3262499" cy="89673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Progress Update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740" y="1028940"/>
            <a:ext cx="9605660" cy="1474115"/>
          </a:xfrm>
        </p:spPr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>
            <a:normAutofit/>
          </a:bodyPr>
          <a:lstStyle/>
          <a:p>
            <a:r>
              <a:rPr lang="en-US" dirty="0"/>
              <a:t>Fateme Mohammad Mohammadi,</a:t>
            </a:r>
            <a:br>
              <a:rPr lang="en-US" dirty="0"/>
            </a:br>
            <a:r>
              <a:rPr lang="en-US" dirty="0"/>
              <a:t>Chemical Engineering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</p:spPr>
        <p:txBody>
          <a:bodyPr/>
          <a:lstStyle/>
          <a:p>
            <a:r>
              <a:rPr lang="en-US" dirty="0"/>
              <a:t>8/26/2025</a:t>
            </a:r>
          </a:p>
        </p:txBody>
      </p:sp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6F070-7A65-CE95-A0BF-4D6DE4BD0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644B829-5ED4-3D48-E7CA-C4C2D64B5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2732" y="1412875"/>
            <a:ext cx="5404935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7D7837-3AB5-8CEA-7A2F-2F116AF9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4E9DD-382E-DE67-55EE-FF126294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85702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1A2EF-E08B-F934-FF4C-99B492634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176F9E-9E61-6F6E-1E26-3312F856EC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8361" y="1412875"/>
            <a:ext cx="7913678" cy="45958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2A825-CC3F-DB44-3CEC-4090DB19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BEF0BB-7EEA-DEDC-3CE3-D90F5DE3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46185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D9805-1B03-DF8F-4140-64813F136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data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274DC15-B5BA-5FD3-1E10-7D581864A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5116" y="1412875"/>
            <a:ext cx="5900167" cy="45958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8E047-B704-E769-3B08-4C1954DBD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7689E-32DB-ED46-EFEF-11D0F0F27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593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38729-47AD-F328-0F39-1820583CE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0617E80-3E34-3A90-1B62-E0EE89FF5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2995" y="1412875"/>
            <a:ext cx="8224410" cy="45958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34B5C3-95AA-43F6-3F12-3B7EE95DF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76079-6C51-33B7-D5BE-4252F430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79750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AA3FC-5643-854F-057E-B5FEE8C2E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Original data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D10DA95-C6D5-B21B-CD8C-A5A2E3EF9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424" y="1412875"/>
            <a:ext cx="5995552" cy="45958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55E752-CF06-83DA-CB2B-425AA2052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9A0B4-ED9A-4323-01B7-C7B6860C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7459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67E97-0FCD-0177-3252-BD7DCD571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500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BF8B298-578D-933F-0B53-BA65DAF0DA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9063" y="1591173"/>
            <a:ext cx="6792273" cy="423921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919EE8-84B4-019E-028E-C6BF01E44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8914C-EDB3-8E7B-4274-A52D43BEB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40603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44296-EB31-FC02-D757-CFDE5E91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500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425454-8B5D-FBC7-CFE9-57031704C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0116" y="1472094"/>
            <a:ext cx="6030167" cy="447737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D9B7A3-3EE2-C59E-3C98-C995C9A5C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E29E14-B5E4-48F1-D8B1-098614DC9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81663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1CD8-F08A-6561-5A38-97B615784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36460C-4638-9147-1FC3-D9400819B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CB8F5-6524-F201-D97B-0ADEB3D7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6A9705BB-BD58-0550-DDB7-4590354D6E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7153" y="1412875"/>
            <a:ext cx="7016093" cy="459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5296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E73D5-5579-6906-D3A3-798409EE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C4CC19-F8CA-1920-E0B2-C46A0D3E2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0CAA2-6F83-E6AA-FFD1-26D803DFC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9FDDFAA-7AE0-5AA8-8723-91C1305C8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8340" y="1412875"/>
            <a:ext cx="6893719" cy="459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4456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8DEA-BE6F-6100-92CC-CFC08D05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200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8B3CF50-6C1C-2F84-749B-2D7DEB13B7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6496" y="1412875"/>
            <a:ext cx="5637408" cy="45958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1778A-CD13-089A-082B-7E6480E5C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1E203-9233-4FC2-A37B-CC2CE9068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67005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UofWaterloo_WhiteBkgrd">
  <a:themeElements>
    <a:clrScheme name="UWaterloo Engineering">
      <a:dk1>
        <a:srgbClr val="000000"/>
      </a:dk1>
      <a:lt1>
        <a:srgbClr val="FFFFFF"/>
      </a:lt1>
      <a:dk2>
        <a:srgbClr val="757575"/>
      </a:dk2>
      <a:lt2>
        <a:srgbClr val="D6D6D6"/>
      </a:lt2>
      <a:accent1>
        <a:srgbClr val="B45DCB"/>
      </a:accent1>
      <a:accent2>
        <a:srgbClr val="0C0C0C"/>
      </a:accent2>
      <a:accent3>
        <a:srgbClr val="865DA4"/>
      </a:accent3>
      <a:accent4>
        <a:srgbClr val="C2A8F0"/>
      </a:accent4>
      <a:accent5>
        <a:srgbClr val="5D0096"/>
      </a:accent5>
      <a:accent6>
        <a:srgbClr val="865DA4"/>
      </a:accent6>
      <a:hlink>
        <a:srgbClr val="5D0096"/>
      </a:hlink>
      <a:folHlink>
        <a:srgbClr val="595959"/>
      </a:folHlink>
    </a:clrScheme>
    <a:fontScheme name="Custom 3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ulty_of_engineering_powerpoint_template_16-9_widescreen" id="{987C9BB4-A0D7-4E4D-8D46-56A52F7D2DA8}" vid="{9C87E2C4-D19B-8F42-9558-536F7D440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35D3CEC2F76A4CA1EC3507E2D03D36" ma:contentTypeVersion="16" ma:contentTypeDescription="Create a new document." ma:contentTypeScope="" ma:versionID="bb97bee70b1606bbb700640dacabe47f">
  <xsd:schema xmlns:xsd="http://www.w3.org/2001/XMLSchema" xmlns:xs="http://www.w3.org/2001/XMLSchema" xmlns:p="http://schemas.microsoft.com/office/2006/metadata/properties" xmlns:ns2="9bed8fe0-fd4c-4f92-9936-a2497f3396f6" xmlns:ns3="5d8f0207-1964-4a5e-9049-2927796093eb" targetNamespace="http://schemas.microsoft.com/office/2006/metadata/properties" ma:root="true" ma:fieldsID="5de26a37e5c2406e777d4ddd47cd8e40" ns2:_="" ns3:_="">
    <xsd:import namespace="9bed8fe0-fd4c-4f92-9936-a2497f3396f6"/>
    <xsd:import namespace="5d8f0207-1964-4a5e-9049-292779609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d8fe0-fd4c-4f92-9936-a2497f3396f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a7b523d-fb2c-44c1-96a9-2a2e1bedae48}" ma:internalName="TaxCatchAll" ma:showField="CatchAllData" ma:web="9bed8fe0-fd4c-4f92-9936-a2497f339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8f0207-1964-4a5e-9049-292779609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8f0207-1964-4a5e-9049-2927796093eb">
      <Terms xmlns="http://schemas.microsoft.com/office/infopath/2007/PartnerControls"/>
    </lcf76f155ced4ddcb4097134ff3c332f>
    <TaxCatchAll xmlns="9bed8fe0-fd4c-4f92-9936-a2497f3396f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96CB3A-B122-4517-855C-0F4A88E98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ed8fe0-fd4c-4f92-9936-a2497f3396f6"/>
    <ds:schemaRef ds:uri="5d8f0207-1964-4a5e-9049-292779609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6C92BA-2C15-4648-8094-8AE24EF764A2}">
  <ds:schemaRefs>
    <ds:schemaRef ds:uri="http://schemas.microsoft.com/office/2006/metadata/properties"/>
    <ds:schemaRef ds:uri="http://schemas.microsoft.com/office/infopath/2007/PartnerControls"/>
    <ds:schemaRef ds:uri="5d8f0207-1964-4a5e-9049-2927796093eb"/>
    <ds:schemaRef ds:uri="9bed8fe0-fd4c-4f92-9936-a2497f3396f6"/>
  </ds:schemaRefs>
</ds:datastoreItem>
</file>

<file path=customXml/itemProps3.xml><?xml version="1.0" encoding="utf-8"?>
<ds:datastoreItem xmlns:ds="http://schemas.openxmlformats.org/officeDocument/2006/customXml" ds:itemID="{87F4C4DB-07ED-49AD-9A79-4094EE45E6E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23a5a87-f39a-4a22-9247-3fc240c01396}" enabled="0" method="" siteId="{723a5a87-f39a-4a22-9247-3fc240c013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engineering_powerpoint_template_16-9_widescreen</Template>
  <TotalTime>107835</TotalTime>
  <Words>62</Words>
  <Application>Microsoft Office PowerPoint</Application>
  <PresentationFormat>Widescreen</PresentationFormat>
  <Paragraphs>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Barlow Condensed</vt:lpstr>
      <vt:lpstr>Calibri</vt:lpstr>
      <vt:lpstr>Georgia</vt:lpstr>
      <vt:lpstr>Verdana</vt:lpstr>
      <vt:lpstr>Wingdings</vt:lpstr>
      <vt:lpstr>UofWaterloo_WhiteBkgrd</vt:lpstr>
      <vt:lpstr>Research Progress Update</vt:lpstr>
      <vt:lpstr>PowerPoint Presentation</vt:lpstr>
      <vt:lpstr>Prediction</vt:lpstr>
      <vt:lpstr>Original data</vt:lpstr>
      <vt:lpstr>prediction</vt:lpstr>
      <vt:lpstr>Original data</vt:lpstr>
      <vt:lpstr>500</vt:lpstr>
      <vt:lpstr>500</vt:lpstr>
      <vt:lpstr>200</vt:lpstr>
      <vt:lpstr>200</vt:lpstr>
      <vt:lpstr>200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Mohammad Mohammadi</dc:creator>
  <cp:lastModifiedBy>Fateme Mohammad Mohammadi</cp:lastModifiedBy>
  <cp:revision>368</cp:revision>
  <dcterms:created xsi:type="dcterms:W3CDTF">2024-09-20T14:42:09Z</dcterms:created>
  <dcterms:modified xsi:type="dcterms:W3CDTF">2025-08-26T14:37:27Z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0x0101009535D3CEC2F76A4CA1EC3507E2D03D36</vt:lpwstr>
  </property>
</Properties>
</file>