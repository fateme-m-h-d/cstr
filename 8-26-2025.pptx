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8" r:id="rId4"/>
  </p:sldMasterIdLst>
  <p:notesMasterIdLst>
    <p:notesMasterId r:id="rId11"/>
  </p:notesMasterIdLst>
  <p:handoutMasterIdLst>
    <p:handoutMasterId r:id="rId12"/>
  </p:handoutMasterIdLst>
  <p:sldIdLst>
    <p:sldId id="256" r:id="rId5"/>
    <p:sldId id="275" r:id="rId6"/>
    <p:sldId id="280" r:id="rId7"/>
    <p:sldId id="277" r:id="rId8"/>
    <p:sldId id="279" r:id="rId9"/>
    <p:sldId id="278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3F00"/>
    <a:srgbClr val="FFFFFF"/>
    <a:srgbClr val="E4B429"/>
    <a:srgbClr val="FFD54F"/>
    <a:srgbClr val="FFEA3D"/>
    <a:srgbClr val="FFFFAA"/>
    <a:srgbClr val="E0249A"/>
    <a:srgbClr val="0073CF"/>
    <a:srgbClr val="57068C"/>
    <a:srgbClr val="FFDB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83" autoAdjust="0"/>
    <p:restoredTop sz="88489" autoAdjust="0"/>
  </p:normalViewPr>
  <p:slideViewPr>
    <p:cSldViewPr snapToGrid="0">
      <p:cViewPr varScale="1">
        <p:scale>
          <a:sx n="99" d="100"/>
          <a:sy n="99" d="100"/>
        </p:scale>
        <p:origin x="78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0" d="100"/>
        <a:sy n="30" d="100"/>
      </p:scale>
      <p:origin x="0" y="0"/>
    </p:cViewPr>
  </p:sorterViewPr>
  <p:notesViewPr>
    <p:cSldViewPr snapToGrid="0">
      <p:cViewPr varScale="1">
        <p:scale>
          <a:sx n="85" d="100"/>
          <a:sy n="85" d="100"/>
        </p:scale>
        <p:origin x="3928" y="16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0E4E57-1CF6-4440-8310-3CBE926400C3}" type="datetimeFigureOut">
              <a:rPr lang="en-US" smtClean="0"/>
              <a:t>8/25/2025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33DC02-E926-F143-BEA7-834664C012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41246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78E97C-1779-4CEE-80D0-5BBB1AC4023D}" type="datetimeFigureOut">
              <a:rPr lang="en-US" smtClean="0"/>
              <a:t>8/25/2025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CEF7D1-689C-4BC1-B59B-4A4CE078EC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1431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University of Waterloo Faculty of Engineering logo">
            <a:extLst>
              <a:ext uri="{FF2B5EF4-FFF2-40B4-BE49-F238E27FC236}">
                <a16:creationId xmlns:a16="http://schemas.microsoft.com/office/drawing/2014/main" id="{930DF486-3438-A340-9F75-BB86BE289DE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50" y="5600284"/>
            <a:ext cx="4567498" cy="125543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2740" y="1028940"/>
            <a:ext cx="9605660" cy="1474115"/>
          </a:xfrm>
        </p:spPr>
        <p:txBody>
          <a:bodyPr lIns="0" anchor="b">
            <a:noAutofit/>
          </a:bodyPr>
          <a:lstStyle>
            <a:lvl1pPr algn="l">
              <a:defRPr sz="5400" b="1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SLIDE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2740" y="4266821"/>
            <a:ext cx="5486243" cy="666549"/>
          </a:xfrm>
        </p:spPr>
        <p:txBody>
          <a:bodyPr lIns="0" anchor="t">
            <a:normAutofit/>
          </a:bodyPr>
          <a:lstStyle>
            <a:lvl1pPr marL="0" indent="0" algn="l">
              <a:buNone/>
              <a:defRPr sz="15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2740" y="2642329"/>
            <a:ext cx="1182916" cy="377962"/>
          </a:xfrm>
          <a:solidFill>
            <a:schemeClr val="accent3"/>
          </a:solidFill>
        </p:spPr>
        <p:txBody>
          <a:bodyPr/>
          <a:lstStyle>
            <a:lvl1pPr>
              <a:defRPr sz="11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A318C6E2-4AA5-436E-9815-715E9B2235FA}" type="datetime1">
              <a:rPr lang="en-US" smtClean="0"/>
              <a:pPr/>
              <a:t>8/25/2025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623674" y="6377231"/>
            <a:ext cx="4293708" cy="250337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148416" y="6377231"/>
            <a:ext cx="553900" cy="250337"/>
          </a:xfrm>
        </p:spPr>
        <p:txBody>
          <a:bodyPr/>
          <a:lstStyle>
            <a:lvl1pPr algn="ctr">
              <a:defRPr/>
            </a:lvl1pPr>
          </a:lstStyle>
          <a:p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27E6BEA-9D28-86FA-D573-63E937A96B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04DF45C-A64A-062F-9CED-3E842F488317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DB245BA-2894-CA76-0F75-D34749BB9804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20A4491-7F26-FD1F-E922-D16588A2AF7F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64467DA2-12C4-867B-1A08-D4BC12EE3119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B127630-A949-31A6-994A-2119B96BA2FB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15592275"/>
      </p:ext>
    </p:extLst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6094124" y="397164"/>
            <a:ext cx="6097876" cy="6460836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2740" y="1028940"/>
            <a:ext cx="5486243" cy="1474115"/>
          </a:xfrm>
        </p:spPr>
        <p:txBody>
          <a:bodyPr lIns="0" anchor="b">
            <a:noAutofit/>
          </a:bodyPr>
          <a:lstStyle>
            <a:lvl1pPr algn="l">
              <a:defRPr sz="5400" b="1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SLIDE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2740" y="4266821"/>
            <a:ext cx="5486243" cy="666549"/>
          </a:xfrm>
        </p:spPr>
        <p:txBody>
          <a:bodyPr lIns="0" anchor="t">
            <a:normAutofit/>
          </a:bodyPr>
          <a:lstStyle>
            <a:lvl1pPr marL="0" indent="0" algn="l">
              <a:buNone/>
              <a:defRPr sz="15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2740" y="2642329"/>
            <a:ext cx="1182916" cy="377962"/>
          </a:xfrm>
          <a:solidFill>
            <a:schemeClr val="accent3"/>
          </a:solidFill>
        </p:spPr>
        <p:txBody>
          <a:bodyPr/>
          <a:lstStyle>
            <a:lvl1pPr>
              <a:defRPr sz="11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A318C6E2-4AA5-436E-9815-715E9B2235FA}" type="datetime1">
              <a:rPr lang="en-US" smtClean="0"/>
              <a:pPr/>
              <a:t>8/25/2025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623674" y="6377231"/>
            <a:ext cx="4293708" cy="250337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148416" y="6377231"/>
            <a:ext cx="553900" cy="250337"/>
          </a:xfrm>
        </p:spPr>
        <p:txBody>
          <a:bodyPr/>
          <a:lstStyle>
            <a:lvl1pPr algn="ctr">
              <a:defRPr/>
            </a:lvl1pPr>
          </a:lstStyle>
          <a:p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" name="Picture 3" descr="University of Waterloo Faculty of Engineering logo">
            <a:extLst>
              <a:ext uri="{FF2B5EF4-FFF2-40B4-BE49-F238E27FC236}">
                <a16:creationId xmlns:a16="http://schemas.microsoft.com/office/drawing/2014/main" id="{E5E2D7B7-C046-952F-FFBF-CDF3C05A39B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50" y="5600284"/>
            <a:ext cx="4567498" cy="1255431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F976B466-9D8C-A8C3-EB96-3631DC2050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AAEAB53-3AF3-394F-5A0D-265C448ECA6E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D4BD0F5-AD43-7157-6853-3CD55084FE74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DF12FAF-5A82-CC83-3020-79FECB6A9B1D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DE8C28B-8279-2C62-9323-C451CFBB2946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9CBBFB6-9B79-D3A2-687E-255A236C9639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31835470"/>
      </p:ext>
    </p:extLst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University of Waterloo Faculty of Engineering logo">
            <a:extLst>
              <a:ext uri="{FF2B5EF4-FFF2-40B4-BE49-F238E27FC236}">
                <a16:creationId xmlns:a16="http://schemas.microsoft.com/office/drawing/2014/main" id="{C7842B6A-813C-FA45-B88D-CE413A77FF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49" y="5600284"/>
            <a:ext cx="4567499" cy="125543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2740" y="1028940"/>
            <a:ext cx="9254931" cy="1474115"/>
          </a:xfrm>
        </p:spPr>
        <p:txBody>
          <a:bodyPr lIns="0" anchor="b">
            <a:noAutofit/>
          </a:bodyPr>
          <a:lstStyle>
            <a:lvl1pPr algn="l">
              <a:defRPr sz="5400" b="1" cap="all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SLIDE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2740" y="4266821"/>
            <a:ext cx="5486243" cy="666549"/>
          </a:xfrm>
        </p:spPr>
        <p:txBody>
          <a:bodyPr lIns="0" anchor="t">
            <a:normAutofit/>
          </a:bodyPr>
          <a:lstStyle>
            <a:lvl1pPr marL="0" indent="0" algn="l">
              <a:buNone/>
              <a:defRPr sz="1500" b="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2740" y="2642329"/>
            <a:ext cx="1182916" cy="377962"/>
          </a:xfrm>
          <a:solidFill>
            <a:schemeClr val="accent3"/>
          </a:solidFill>
        </p:spPr>
        <p:txBody>
          <a:bodyPr/>
          <a:lstStyle>
            <a:lvl1pPr>
              <a:defRPr sz="11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A318C6E2-4AA5-436E-9815-715E9B2235FA}" type="datetime1">
              <a:rPr lang="en-US" smtClean="0"/>
              <a:pPr/>
              <a:t>8/25/2025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623674" y="6377231"/>
            <a:ext cx="4293708" cy="250337"/>
          </a:xfrm>
        </p:spPr>
        <p:txBody>
          <a:bodyPr/>
          <a:lstStyle>
            <a:lvl1pPr algn="ctr"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148416" y="6377231"/>
            <a:ext cx="553900" cy="250337"/>
          </a:xfrm>
        </p:spPr>
        <p:txBody>
          <a:bodyPr/>
          <a:lstStyle>
            <a:lvl1pPr algn="ctr"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769F524-D51C-40DB-F389-1673BFAA44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6859F7A-5A85-CDB2-227D-E72CEFB48AFD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7C991028-4405-8861-5C0F-DDCED6AE10C4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E10B4E87-130B-529C-B325-CF2152D17DBD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3B4BA68-9EA4-7A22-3621-B9ED64303A72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15C994C-FB53-4A65-2E87-41A181943148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528952265"/>
      </p:ext>
    </p:extLst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Black with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6094124" y="397164"/>
            <a:ext cx="6097876" cy="6460836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2740" y="1028940"/>
            <a:ext cx="5486243" cy="1474115"/>
          </a:xfrm>
        </p:spPr>
        <p:txBody>
          <a:bodyPr lIns="0" anchor="b">
            <a:noAutofit/>
          </a:bodyPr>
          <a:lstStyle>
            <a:lvl1pPr algn="l">
              <a:defRPr sz="5400" b="1" cap="all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SLIDE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2740" y="4266821"/>
            <a:ext cx="5486243" cy="666549"/>
          </a:xfrm>
        </p:spPr>
        <p:txBody>
          <a:bodyPr lIns="0" anchor="t">
            <a:normAutofit/>
          </a:bodyPr>
          <a:lstStyle>
            <a:lvl1pPr marL="0" indent="0" algn="l">
              <a:buNone/>
              <a:defRPr sz="1500" b="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2740" y="2642329"/>
            <a:ext cx="1182916" cy="377962"/>
          </a:xfrm>
          <a:solidFill>
            <a:schemeClr val="accent3"/>
          </a:solidFill>
        </p:spPr>
        <p:txBody>
          <a:bodyPr/>
          <a:lstStyle>
            <a:lvl1pPr>
              <a:defRPr sz="11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A318C6E2-4AA5-436E-9815-715E9B2235FA}" type="datetime1">
              <a:rPr lang="en-US" smtClean="0"/>
              <a:pPr/>
              <a:t>8/25/2025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623674" y="6377231"/>
            <a:ext cx="4293708" cy="250337"/>
          </a:xfrm>
        </p:spPr>
        <p:txBody>
          <a:bodyPr/>
          <a:lstStyle>
            <a:lvl1pPr algn="ctr"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148416" y="6377231"/>
            <a:ext cx="553900" cy="250337"/>
          </a:xfrm>
        </p:spPr>
        <p:txBody>
          <a:bodyPr/>
          <a:lstStyle>
            <a:lvl1pPr algn="ctr"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3" name="Picture 12" descr="University of Waterloo Faculty of Engineering logo">
            <a:extLst>
              <a:ext uri="{FF2B5EF4-FFF2-40B4-BE49-F238E27FC236}">
                <a16:creationId xmlns:a16="http://schemas.microsoft.com/office/drawing/2014/main" id="{61486EB2-DBB7-6812-FFCB-C07E1DEE6B5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49" y="5600284"/>
            <a:ext cx="4567499" cy="1255431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4CF5075-07D9-F9E3-0595-1A0D8C92FB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DD24995-6F05-8ECB-D3BE-0691DF97B918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836C1D7-6B11-F5C9-0533-3719C5ECB00C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769C97C2-B343-C17E-D528-65C442051DD5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8ED34F6-8D98-D192-5DBF-F8BDC1DB62E6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E4B2663-04FA-0615-C4BC-D798630AB8BE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0106763"/>
      </p:ext>
    </p:extLst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4B0C9-B47E-4B33-A656-C78D1805DA95}" type="datetime1">
              <a:rPr lang="en-US" smtClean="0"/>
              <a:t>8/25/2025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Progress Update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6323211"/>
      </p:ext>
    </p:extLst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_M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7407696" y="685060"/>
            <a:ext cx="1420859" cy="286052"/>
          </a:xfrm>
        </p:spPr>
        <p:txBody>
          <a:bodyPr anchor="ctr">
            <a:noAutofit/>
          </a:bodyPr>
          <a:lstStyle>
            <a:lvl1pPr marL="0" indent="0" algn="ctr">
              <a:buNone/>
              <a:defRPr sz="1100" b="0" baseline="0">
                <a:solidFill>
                  <a:schemeClr val="tx1">
                    <a:lumMod val="50000"/>
                    <a:lumOff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 dirty="0"/>
              <a:t>MENU ITEM 1</a:t>
            </a:r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8908224" y="685060"/>
            <a:ext cx="1420859" cy="286052"/>
          </a:xfrm>
        </p:spPr>
        <p:txBody>
          <a:bodyPr anchor="ctr">
            <a:noAutofit/>
          </a:bodyPr>
          <a:lstStyle>
            <a:lvl1pPr marL="0" indent="0" algn="ctr">
              <a:buNone/>
              <a:defRPr sz="1100" b="0" baseline="0">
                <a:solidFill>
                  <a:schemeClr val="tx1">
                    <a:lumMod val="50000"/>
                    <a:lumOff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 dirty="0"/>
              <a:t>MENU ITEM 2</a:t>
            </a:r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5" hasCustomPrompt="1"/>
          </p:nvPr>
        </p:nvSpPr>
        <p:spPr>
          <a:xfrm>
            <a:off x="10408752" y="685060"/>
            <a:ext cx="1420859" cy="286052"/>
          </a:xfrm>
        </p:spPr>
        <p:txBody>
          <a:bodyPr anchor="ctr">
            <a:noAutofit/>
          </a:bodyPr>
          <a:lstStyle>
            <a:lvl1pPr marL="0" indent="0" algn="ctr">
              <a:buNone/>
              <a:defRPr sz="1100" b="0">
                <a:solidFill>
                  <a:schemeClr val="tx1">
                    <a:lumMod val="50000"/>
                    <a:lumOff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 dirty="0"/>
              <a:t>MENU ITEM 3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48C228CE-C572-4AF5-9728-AA6E475873DD}" type="datetime1">
              <a:rPr lang="en-US" smtClean="0"/>
              <a:t>8/25/2025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59883" y="434108"/>
            <a:ext cx="7046081" cy="895927"/>
          </a:xfrm>
        </p:spPr>
        <p:txBody>
          <a:bodyPr/>
          <a:lstStyle>
            <a:lvl1pPr>
              <a:defRPr b="1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7036257"/>
      </p:ext>
    </p:extLst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59882" y="1709738"/>
            <a:ext cx="9399507" cy="2852737"/>
          </a:xfrm>
        </p:spPr>
        <p:txBody>
          <a:bodyPr anchor="b">
            <a:normAutofit/>
          </a:bodyPr>
          <a:lstStyle>
            <a:lvl1pPr algn="l">
              <a:defRPr sz="4000" b="1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SECTION TITLE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9882" y="4589463"/>
            <a:ext cx="9399507" cy="1500187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D43AC-4B94-471D-A170-0D88FCD1FB54}" type="datetime1">
              <a:rPr lang="en-US" smtClean="0"/>
              <a:t>8/25/2025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9021156"/>
      </p:ext>
    </p:extLst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ection Header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60521" y="3228200"/>
            <a:ext cx="8770620" cy="1212056"/>
          </a:xfrm>
        </p:spPr>
        <p:txBody>
          <a:bodyPr anchor="b">
            <a:noAutofit/>
          </a:bodyPr>
          <a:lstStyle>
            <a:lvl1pPr algn="l">
              <a:defRPr sz="4000" b="1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SECTION TITLE SLIDE OPTION 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960521" y="4448086"/>
            <a:ext cx="8770620" cy="666549"/>
          </a:xfrm>
        </p:spPr>
        <p:txBody>
          <a:bodyPr anchor="t">
            <a:normAutofit/>
          </a:bodyPr>
          <a:lstStyle>
            <a:lvl1pPr marL="0" indent="0" algn="l"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72EFF9E2-52BD-4C8D-9C57-79F661DB94A1}" type="datetime1">
              <a:rPr lang="en-US" smtClean="0"/>
              <a:t>8/25/2025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78BDD71-5673-C3E4-61B8-8F8F041308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EBF8245-E943-0D71-7CC0-09B6B4E3260B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92D8089-B052-A801-A878-B773A49F8615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53A2417-24CA-2534-65B9-CAFF9B77F07A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ABD4852-C253-61D4-26E8-4222BFD9B55D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6DAFAF2-35DA-8050-8069-401CD4268EFE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42748302"/>
      </p:ext>
    </p:extLst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59883" y="434108"/>
            <a:ext cx="11569729" cy="895927"/>
          </a:xfrm>
        </p:spPr>
        <p:txBody>
          <a:bodyPr/>
          <a:lstStyle>
            <a:lvl1pPr>
              <a:defRPr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9882" y="1413164"/>
            <a:ext cx="5586855" cy="4590472"/>
          </a:xfrm>
        </p:spPr>
        <p:txBody>
          <a:bodyPr/>
          <a:lstStyle>
            <a:lvl1pPr marL="288925" indent="-288925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1pPr>
            <a:lvl2pPr marL="6858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2pPr>
            <a:lvl3pPr marL="11430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3pPr>
            <a:lvl4pPr marL="16002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4pPr>
            <a:lvl5pPr marL="20574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992" y="1413164"/>
            <a:ext cx="5658620" cy="4590472"/>
          </a:xfrm>
        </p:spPr>
        <p:txBody>
          <a:bodyPr/>
          <a:lstStyle>
            <a:lvl1pPr marL="288925" indent="-288925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1pPr>
            <a:lvl2pPr marL="6858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2pPr>
            <a:lvl3pPr marL="11430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3pPr>
            <a:lvl4pPr marL="16002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4pPr>
            <a:lvl5pPr marL="20574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1881F3-AB4F-4026-8B03-DBF7475676B1}" type="datetime1">
              <a:rPr lang="en-US" smtClean="0"/>
              <a:t>8/25/2025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8516483"/>
      </p:ext>
    </p:extLst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9881" y="1396192"/>
            <a:ext cx="5542713" cy="670270"/>
          </a:xfrm>
        </p:spPr>
        <p:txBody>
          <a:bodyPr anchor="b">
            <a:noAutofit/>
          </a:bodyPr>
          <a:lstStyle>
            <a:lvl1pPr marL="0" indent="0">
              <a:buNone/>
              <a:defRPr sz="2800" b="1" baseline="0"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881" y="2184400"/>
            <a:ext cx="5542713" cy="3846945"/>
          </a:xfrm>
        </p:spPr>
        <p:txBody>
          <a:bodyPr>
            <a:normAutofit/>
          </a:bodyPr>
          <a:lstStyle>
            <a:lvl1pPr marL="288925" indent="-288925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2000"/>
            </a:lvl1pPr>
            <a:lvl2pPr marL="6858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800"/>
            </a:lvl2pPr>
            <a:lvl3pPr marL="11430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600"/>
            </a:lvl3pPr>
            <a:lvl4pPr marL="16002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400"/>
            </a:lvl4pPr>
            <a:lvl5pPr marL="20574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36154" y="1396192"/>
            <a:ext cx="5593458" cy="670270"/>
          </a:xfrm>
        </p:spPr>
        <p:txBody>
          <a:bodyPr anchor="b">
            <a:normAutofit/>
          </a:bodyPr>
          <a:lstStyle>
            <a:lvl1pPr marL="0" indent="0">
              <a:buNone/>
              <a:defRPr sz="2800" b="1"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36154" y="2184400"/>
            <a:ext cx="5593458" cy="3846945"/>
          </a:xfrm>
        </p:spPr>
        <p:txBody>
          <a:bodyPr>
            <a:normAutofit/>
          </a:bodyPr>
          <a:lstStyle>
            <a:lvl1pPr marL="288925" indent="-288925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2000"/>
            </a:lvl1pPr>
            <a:lvl2pPr marL="6858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800"/>
            </a:lvl2pPr>
            <a:lvl3pPr marL="11430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600"/>
            </a:lvl3pPr>
            <a:lvl4pPr marL="16002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400"/>
            </a:lvl4pPr>
            <a:lvl5pPr marL="20574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 hasCustomPrompt="1"/>
          </p:nvPr>
        </p:nvSpPr>
        <p:spPr>
          <a:xfrm>
            <a:off x="259883" y="434108"/>
            <a:ext cx="11569729" cy="895927"/>
          </a:xfrm>
        </p:spPr>
        <p:txBody>
          <a:bodyPr/>
          <a:lstStyle>
            <a:lvl1pPr>
              <a:defRPr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F432B-3FBE-4889-963D-BF97BFBB7D3F}" type="datetime1">
              <a:rPr lang="en-US" smtClean="0"/>
              <a:t>8/25/2025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9598644"/>
      </p:ext>
    </p:extLst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0CCC04-1E76-41EE-A8AC-75AD85313D09}" type="datetime1">
              <a:rPr lang="en-US" smtClean="0"/>
              <a:t>8/25/2025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Progress Update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487075"/>
      </p:ext>
    </p:extLst>
  </p:cSld>
  <p:clrMapOvr>
    <a:masterClrMapping/>
  </p:clrMapOvr>
  <p:transition spd="slow">
    <p:push dir="u"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74A9E-84AC-4661-9381-CC35B09E47F7}" type="datetime1">
              <a:rPr lang="en-US" smtClean="0"/>
              <a:t>8/25/2025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3165608"/>
      </p:ext>
    </p:extLst>
  </p:cSld>
  <p:clrMapOvr>
    <a:masterClrMapping/>
  </p:clrMapOvr>
  <p:transition spd="slow">
    <p:push dir="u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_NoBkg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1E55829F-8847-4C2A-8DD0-690EAD78E53F}" type="datetime1">
              <a:rPr lang="en-US" smtClean="0"/>
              <a:t>8/25/2025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8F0E357-D0D7-C8D3-9BB9-CBCD595E27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6F904F2D-EB5B-78C1-C9CD-AD22B98AAF28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33A6C96-3A16-4F62-35CE-95FC1296115C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CB83E9C-7246-D12C-1E4F-7F8C8CACBCB5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AA84279-81BF-BD14-75E3-45D84ED22AE8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6C3DEA0-E90A-8F4E-6FCC-22A0591AE8A4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87678416"/>
      </p:ext>
    </p:extLst>
  </p:cSld>
  <p:clrMapOvr>
    <a:masterClrMapping/>
  </p:clrMapOvr>
  <p:transition spd="slow">
    <p:push dir="u"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xt or Quot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930071" y="1237675"/>
            <a:ext cx="4331855" cy="910202"/>
          </a:xfrm>
        </p:spPr>
        <p:txBody>
          <a:bodyPr anchor="b">
            <a:normAutofit/>
          </a:bodyPr>
          <a:lstStyle>
            <a:lvl1pPr algn="ctr">
              <a:defRPr sz="2800" b="1" cap="all" baseline="0"/>
            </a:lvl1pPr>
          </a:lstStyle>
          <a:p>
            <a:r>
              <a:rPr lang="en-US" dirty="0"/>
              <a:t>CONTEXT or THEME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5FDFC970-B950-4395-A833-47227D4A68CA}" type="datetime1">
              <a:rPr lang="en-US" smtClean="0"/>
              <a:t>8/25/2025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3930073" y="2244437"/>
            <a:ext cx="4331855" cy="0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3930073" y="4668983"/>
            <a:ext cx="4331855" cy="0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14"/>
          <p:cNvSpPr>
            <a:spLocks noGrp="1"/>
          </p:cNvSpPr>
          <p:nvPr>
            <p:ph type="body" sz="quarter" idx="13"/>
          </p:nvPr>
        </p:nvSpPr>
        <p:spPr>
          <a:xfrm>
            <a:off x="660400" y="2420360"/>
            <a:ext cx="10871200" cy="211455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28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3930072" y="4784725"/>
            <a:ext cx="4331855" cy="276225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 algn="ctr">
              <a:buNone/>
              <a:defRPr lang="en-US" sz="1200" b="1" cap="all" baseline="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marL="0" lvl="0" algn="ctr"/>
            <a:r>
              <a:rPr lang="en-US"/>
              <a:t>Click to edit Master text styles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5B5677E-A76C-D8C2-715E-D2CC90E708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397014F-8428-CB57-EA94-4926AC5048D6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108710D-B7A2-5B78-4CA2-26A7E60D2EA8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CBC1D33-6438-5920-7D04-F461F1F2C24C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584E8BE-411E-3D79-1AEB-CFBE9515CD5B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AA2D3D3E-C28F-C346-1738-B63D4769D730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64198111"/>
      </p:ext>
    </p:extLst>
  </p:cSld>
  <p:clrMapOvr>
    <a:masterClrMapping/>
  </p:clrMapOvr>
  <p:transition spd="slow">
    <p:push dir="u"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xt or Quote with Phot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5"/>
          </p:nvPr>
        </p:nvSpPr>
        <p:spPr>
          <a:xfrm>
            <a:off x="6350285" y="807867"/>
            <a:ext cx="5440648" cy="5445153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54362" y="1237675"/>
            <a:ext cx="4331855" cy="910202"/>
          </a:xfrm>
        </p:spPr>
        <p:txBody>
          <a:bodyPr anchor="b">
            <a:normAutofit/>
          </a:bodyPr>
          <a:lstStyle>
            <a:lvl1pPr algn="ctr">
              <a:defRPr sz="2800" b="1" cap="all" baseline="0"/>
            </a:lvl1pPr>
          </a:lstStyle>
          <a:p>
            <a:r>
              <a:rPr lang="en-US" dirty="0"/>
              <a:t>CONTEXT or THEME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5FDFC970-B950-4395-A833-47227D4A68CA}" type="datetime1">
              <a:rPr lang="en-US" smtClean="0"/>
              <a:t>8/25/2025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59882" y="6335309"/>
            <a:ext cx="3887245" cy="250337"/>
          </a:xfr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479637" y="6335309"/>
            <a:ext cx="1016000" cy="250337"/>
          </a:xfrm>
        </p:spPr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3"/>
          </p:nvPr>
        </p:nvSpPr>
        <p:spPr>
          <a:xfrm>
            <a:off x="544943" y="2409026"/>
            <a:ext cx="4950694" cy="211455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22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854362" y="4784725"/>
            <a:ext cx="4331855" cy="276225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 algn="ctr">
              <a:buNone/>
              <a:defRPr lang="en-US" sz="1200" b="1" cap="all" baseline="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marL="0" lvl="0" algn="ctr"/>
            <a:r>
              <a:rPr lang="en-US"/>
              <a:t>Click to edit Master text styles</a:t>
            </a:r>
          </a:p>
        </p:txBody>
      </p:sp>
      <p:cxnSp>
        <p:nvCxnSpPr>
          <p:cNvPr id="10" name="Straight Connector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854363" y="2244437"/>
            <a:ext cx="4331855" cy="0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854363" y="4668983"/>
            <a:ext cx="4331855" cy="0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288D66E9-C096-F7E5-4608-69F3BFAA0E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D20D476-3C3C-17FB-6B9D-62877266FDDD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6A3B59E-EB98-37C9-ABAF-5F298CBCB50F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09ADF04-D661-134D-CEBE-7284FCA07F2A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EB66F9EB-2209-AA77-54BB-874DD2429227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E99F41D-6A52-4E41-CCC6-4F322B85979A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3317354"/>
      </p:ext>
    </p:extLst>
  </p:cSld>
  <p:clrMapOvr>
    <a:masterClrMapping/>
  </p:clrMapOvr>
  <p:transition spd="slow">
    <p:push dir="u"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1550988" y="3461559"/>
            <a:ext cx="9070975" cy="598488"/>
          </a:xfrm>
        </p:spPr>
        <p:txBody>
          <a:bodyPr>
            <a:normAutofit/>
          </a:bodyPr>
          <a:lstStyle>
            <a:lvl1pPr marL="0" indent="0" algn="ctr">
              <a:buNone/>
              <a:defRPr sz="3200"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 err="1"/>
              <a:t>Subheader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87591" y="2382981"/>
            <a:ext cx="11569729" cy="1046019"/>
          </a:xfrm>
        </p:spPr>
        <p:txBody>
          <a:bodyPr anchor="b">
            <a:normAutofit/>
          </a:bodyPr>
          <a:lstStyle>
            <a:lvl1pPr algn="ctr">
              <a:defRPr sz="6000" b="1" cap="all" baseline="0"/>
            </a:lvl1pPr>
          </a:lstStyle>
          <a:p>
            <a:r>
              <a:rPr lang="en-US" dirty="0"/>
              <a:t>SECTION DIVIDER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5FDFC970-B950-4395-A833-47227D4A68CA}" type="datetime1">
              <a:rPr lang="en-US" smtClean="0"/>
              <a:t>8/25/2025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BE3B45F-F7EF-7AC1-2F71-A8F707B474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E7FF446-A027-DF9C-2EF7-BB8A71A92C25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4DBD243-4CC4-FC6A-A3EF-134F0475518A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51E8B32-A35D-0923-E7EE-4693F5A56614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04998BE-5F59-2840-05C4-7AFCED90F6C7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71EFAE3-6B14-DE22-01D0-2E8AFF7CD36A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67728093"/>
      </p:ext>
    </p:extLst>
  </p:cSld>
  <p:clrMapOvr>
    <a:masterClrMapping/>
  </p:clrMapOvr>
  <p:transition spd="slow">
    <p:push dir="u"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1550988" y="3461559"/>
            <a:ext cx="9070975" cy="598488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 err="1"/>
              <a:t>Subheader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87591" y="2382981"/>
            <a:ext cx="11569729" cy="1046019"/>
          </a:xfrm>
        </p:spPr>
        <p:txBody>
          <a:bodyPr anchor="b">
            <a:normAutofit/>
          </a:bodyPr>
          <a:lstStyle>
            <a:lvl1pPr algn="ctr">
              <a:defRPr sz="6000" b="1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DIVIDER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FDFC970-B950-4395-A833-47227D4A68CA}" type="datetime1">
              <a:rPr lang="en-US" smtClean="0"/>
              <a:pPr/>
              <a:t>8/25/2025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5364A90-0797-F96E-F770-FF1A12CE0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4350EA6-F3C3-B71A-2AE8-59D702686268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DFD5CBB-2458-6136-9C90-A6C4B927AC9B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B84D87D-DBE9-B3EF-FFB3-C2AFE2A77403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F1F04D2-CB9A-2272-4643-01B4FAAC4398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36161E2-6AF6-CD93-0C7B-DE95E53B4B4C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66828729"/>
      </p:ext>
    </p:extLst>
  </p:cSld>
  <p:clrMapOvr>
    <a:masterClrMapping/>
  </p:clrMapOvr>
  <p:transition spd="slow">
    <p:push dir="u"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1550988" y="3461559"/>
            <a:ext cx="9070975" cy="598488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 err="1"/>
              <a:t>Subheader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87591" y="2382981"/>
            <a:ext cx="11569729" cy="1046019"/>
          </a:xfrm>
        </p:spPr>
        <p:txBody>
          <a:bodyPr anchor="b">
            <a:normAutofit/>
          </a:bodyPr>
          <a:lstStyle>
            <a:lvl1pPr algn="ctr">
              <a:defRPr sz="6000" b="1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DIVIDER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FDFC970-B950-4395-A833-47227D4A68CA}" type="datetime1">
              <a:rPr lang="en-US" smtClean="0"/>
              <a:pPr/>
              <a:t>8/25/2025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AAC575D-0FA9-A38D-9797-156B5AA8A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72D70FB-ADA6-5E6E-29B1-A1623DE361B1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A40349B-8324-5C56-8910-78C4E6366CCD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D12A301-E6DF-7760-3D01-B0933E87104E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5F068C1-6FE1-DFD6-F0F5-A3F1F8A8E5CD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93460B5-979B-9830-988B-CA56409C364F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35022777"/>
      </p:ext>
    </p:extLst>
  </p:cSld>
  <p:clrMapOvr>
    <a:masterClrMapping/>
  </p:clrMapOvr>
  <p:transition spd="slow">
    <p:push dir="u"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57225" y="4581236"/>
            <a:ext cx="10877550" cy="1597891"/>
          </a:xfrm>
          <a:noFill/>
        </p:spPr>
        <p:txBody>
          <a:bodyPr wrap="square" rtlCol="0" anchor="ctr" anchorCtr="1">
            <a:noAutofit/>
          </a:bodyPr>
          <a:lstStyle>
            <a:lvl1pPr algn="ctr">
              <a:defRPr lang="en-US" sz="1800" b="0" i="0" cap="none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</a:lstStyle>
          <a:p>
            <a:pPr marL="0" lvl="0" algn="ctr">
              <a:lnSpc>
                <a:spcPct val="75000"/>
              </a:lnSpc>
            </a:pPr>
            <a:r>
              <a:rPr lang="en-US" dirty="0"/>
              <a:t>Click to edit master closing slide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75D660D7-90CE-4513-A3CE-C070B9421917}" type="datetime1">
              <a:rPr lang="en-US" smtClean="0"/>
              <a:t>8/25/2025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" name="Picture 3" descr="University of Waterloo Faculty of Engineering logo">
            <a:extLst>
              <a:ext uri="{FF2B5EF4-FFF2-40B4-BE49-F238E27FC236}">
                <a16:creationId xmlns:a16="http://schemas.microsoft.com/office/drawing/2014/main" id="{08F22C7D-C1E2-3043-B369-F9AA670BFC5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47927" y="985586"/>
            <a:ext cx="6096143" cy="407520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07CA9BB1-9C2E-4569-BE1D-5D7F529E6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A410A60-FA9B-1ECF-958F-BC27BB5C2E95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CC5613F-FE3A-A7CF-B132-7779C8C132EE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EE9D1A7-9583-C584-47EB-0627750BD7CF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D6DCD87-2E74-CDA8-1BA0-3DE81AD3380C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FD214E4-DEB6-B4CF-DF1D-A1A345D13201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69677358"/>
      </p:ext>
    </p:extLst>
  </p:cSld>
  <p:clrMapOvr>
    <a:masterClrMapping/>
  </p:clrMapOvr>
  <p:transition spd="slow">
    <p:push dir="u"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_AL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33425" y="4682836"/>
            <a:ext cx="10725150" cy="1559782"/>
          </a:xfrm>
          <a:noFill/>
        </p:spPr>
        <p:txBody>
          <a:bodyPr wrap="square" rtlCol="0" anchor="ctr" anchorCtr="1">
            <a:noAutofit/>
          </a:bodyPr>
          <a:lstStyle>
            <a:lvl1pPr marL="0" algn="ctr">
              <a:lnSpc>
                <a:spcPct val="75000"/>
              </a:lnSpc>
              <a:defRPr lang="en-US" sz="1800" b="0" i="0">
                <a:solidFill>
                  <a:schemeClr val="bg1">
                    <a:alpha val="81000"/>
                  </a:schemeClr>
                </a:solidFill>
                <a:latin typeface="Verdana" charset="0"/>
                <a:ea typeface="Verdana" charset="0"/>
                <a:cs typeface="Verdana" charset="0"/>
              </a:defRPr>
            </a:lvl1pPr>
          </a:lstStyle>
          <a:p>
            <a:pPr marL="0" lvl="0" algn="ctr">
              <a:lnSpc>
                <a:spcPct val="75000"/>
              </a:lnSpc>
            </a:pPr>
            <a:r>
              <a:rPr lang="en-US" dirty="0"/>
              <a:t>Click to edit master closing slide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A368D4B-3D0A-49AB-8EA2-2DC8CB4594DB}" type="datetime1">
              <a:rPr lang="en-US" smtClean="0"/>
              <a:pPr/>
              <a:t>8/25/2025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Picture 4" descr="University of Waterloo Faculty of Engineering logo">
            <a:extLst>
              <a:ext uri="{FF2B5EF4-FFF2-40B4-BE49-F238E27FC236}">
                <a16:creationId xmlns:a16="http://schemas.microsoft.com/office/drawing/2014/main" id="{B312827E-EAC5-3946-AC23-03E04566DDA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47928" y="985586"/>
            <a:ext cx="6096143" cy="4075200"/>
          </a:xfrm>
          <a:prstGeom prst="rect">
            <a:avLst/>
          </a:prstGeom>
          <a:effectLst/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B8C08A7A-273E-2AF6-423F-B3A31B4E8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6364F3F-3B82-84E7-CBE7-02C3AEE04520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0B8ADAC-7828-B63A-D5DA-453F6E05F127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D015563-E92F-C342-9A7D-30F6A4E8A031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A7D1E3D-066D-CE3E-D814-48C37B5F91F3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511196A-9E52-FC64-5031-EB102393BE10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22082862"/>
      </p:ext>
    </p:extLst>
  </p:cSld>
  <p:clrMapOvr>
    <a:masterClrMapping/>
  </p:clrMapOvr>
  <p:transition spd="slow">
    <p:push dir="u"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losing Slide_Y+W_AL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A368D4B-3D0A-49AB-8EA2-2DC8CB4594DB}" type="datetime1">
              <a:rPr lang="en-US" smtClean="0"/>
              <a:pPr/>
              <a:t>8/25/2025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Picture 4" descr="University of Waterloo Faculty of Engineering logo">
            <a:extLst>
              <a:ext uri="{FF2B5EF4-FFF2-40B4-BE49-F238E27FC236}">
                <a16:creationId xmlns:a16="http://schemas.microsoft.com/office/drawing/2014/main" id="{B312827E-EAC5-3946-AC23-03E04566DDA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47928" y="799131"/>
            <a:ext cx="6096143" cy="4075200"/>
          </a:xfrm>
          <a:prstGeom prst="rect">
            <a:avLst/>
          </a:prstGeom>
          <a:effectLst/>
        </p:spPr>
      </p:pic>
      <p:pic>
        <p:nvPicPr>
          <p:cNvPr id="16" name="Picture 15" descr="YOU+WATERLOO">
            <a:extLst>
              <a:ext uri="{FF2B5EF4-FFF2-40B4-BE49-F238E27FC236}">
                <a16:creationId xmlns:a16="http://schemas.microsoft.com/office/drawing/2014/main" id="{447C4EF9-A5C2-5947-9C94-BD3C8A011B2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87315" y="4854114"/>
            <a:ext cx="1817370" cy="51435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B13A5EE-7ACD-F44B-B9D4-9E14E16B8E1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7482" y="5539328"/>
            <a:ext cx="3717036" cy="243459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65551F98-0A77-9BFF-9522-8E7ECCBB75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1BD5278-A732-132E-D1BB-5FC1F8CDD5E2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BF4F076-A524-9C72-246E-4632FB7B6835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966D408-FB48-5753-CC50-CD16F619FAFA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B35BE29-48EB-34E3-E99E-5D6ECC453C11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53627FE-0E92-6205-F722-7C260F139C8A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21874654"/>
      </p:ext>
    </p:extLst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University of Waterloo Faculty of Engineering logo">
            <a:extLst>
              <a:ext uri="{FF2B5EF4-FFF2-40B4-BE49-F238E27FC236}">
                <a16:creationId xmlns:a16="http://schemas.microsoft.com/office/drawing/2014/main" id="{75D18FC7-EB3D-A142-853C-7A6BC4BDE92C}"/>
              </a:ext>
            </a:extLst>
          </p:cNvPr>
          <p:cNvPicPr>
            <a:picLocks noChangeAspect="1"/>
          </p:cNvPicPr>
          <p:nvPr userDrawn="1"/>
        </p:nvPicPr>
        <p:blipFill>
          <a:blip r:embed="rId2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819902" y="5992113"/>
            <a:ext cx="3262499" cy="896736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883" y="434108"/>
            <a:ext cx="11569729" cy="8959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9882" y="1413163"/>
            <a:ext cx="11569729" cy="45951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38014" y="6335309"/>
            <a:ext cx="1181114" cy="2503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5FDFC970-B950-4395-A833-47227D4A68CA}" type="datetime1">
              <a:rPr lang="en-US" smtClean="0"/>
              <a:t>8/25/2025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9882" y="6335309"/>
            <a:ext cx="5226517" cy="2503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dirty="0"/>
              <a:t>Progress Update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588000" y="6335309"/>
            <a:ext cx="1016000" cy="2503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9" name="Group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6" name="Rectangle 15"/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/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/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/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737001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714" r:id="rId2"/>
    <p:sldLayoutId id="2147483715" r:id="rId3"/>
    <p:sldLayoutId id="2147483716" r:id="rId4"/>
    <p:sldLayoutId id="2147483670" r:id="rId5"/>
    <p:sldLayoutId id="2147483693" r:id="rId6"/>
    <p:sldLayoutId id="2147483671" r:id="rId7"/>
    <p:sldLayoutId id="2147483690" r:id="rId8"/>
    <p:sldLayoutId id="2147483672" r:id="rId9"/>
    <p:sldLayoutId id="2147483673" r:id="rId10"/>
    <p:sldLayoutId id="2147483674" r:id="rId11"/>
    <p:sldLayoutId id="2147483675" r:id="rId12"/>
    <p:sldLayoutId id="2147483710" r:id="rId13"/>
    <p:sldLayoutId id="2147483717" r:id="rId14"/>
    <p:sldLayoutId id="2147483718" r:id="rId15"/>
    <p:sldLayoutId id="2147483719" r:id="rId16"/>
    <p:sldLayoutId id="2147483720" r:id="rId17"/>
    <p:sldLayoutId id="2147483721" r:id="rId18"/>
    <p:sldLayoutId id="2147483712" r:id="rId19"/>
    <p:sldLayoutId id="2147483713" r:id="rId20"/>
    <p:sldLayoutId id="2147483723" r:id="rId21"/>
  </p:sldLayoutIdLst>
  <p:transition spd="slow">
    <p:push dir="u"/>
  </p:transition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600" b="1" kern="1200" spc="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8925" indent="-288925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Clr>
          <a:schemeClr val="tx1"/>
        </a:buClr>
        <a:buSzPct val="85000"/>
        <a:buFont typeface="Wingdings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Clr>
          <a:schemeClr val="tx1"/>
        </a:buClr>
        <a:buSzPct val="85000"/>
        <a:buFont typeface="Wingdings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Clr>
          <a:schemeClr val="tx1"/>
        </a:buClr>
        <a:buSzPct val="85000"/>
        <a:buFont typeface="Wingdings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Clr>
          <a:schemeClr val="tx1"/>
        </a:buClr>
        <a:buSzPct val="85000"/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Clr>
          <a:schemeClr val="tx1"/>
        </a:buClr>
        <a:buSzPct val="85000"/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2740" y="1028940"/>
            <a:ext cx="9605660" cy="1474115"/>
          </a:xfrm>
        </p:spPr>
        <p:txBody>
          <a:bodyPr/>
          <a:lstStyle/>
          <a:p>
            <a:r>
              <a:rPr lang="en-US" dirty="0"/>
              <a:t>Research Progress Update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2740" y="4266821"/>
            <a:ext cx="5486243" cy="666549"/>
          </a:xfrm>
        </p:spPr>
        <p:txBody>
          <a:bodyPr>
            <a:normAutofit/>
          </a:bodyPr>
          <a:lstStyle/>
          <a:p>
            <a:r>
              <a:rPr lang="en-US" dirty="0"/>
              <a:t>Fateme Mohammad Mohammadi,</a:t>
            </a:r>
            <a:br>
              <a:rPr lang="en-US" dirty="0"/>
            </a:br>
            <a:r>
              <a:rPr lang="en-US" dirty="0"/>
              <a:t>Chemical Engineering</a:t>
            </a:r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10"/>
          </p:nvPr>
        </p:nvSpPr>
        <p:spPr>
          <a:xfrm>
            <a:off x="452740" y="2642329"/>
            <a:ext cx="1182916" cy="377962"/>
          </a:xfrm>
        </p:spPr>
        <p:txBody>
          <a:bodyPr/>
          <a:lstStyle/>
          <a:p>
            <a:r>
              <a:rPr lang="en-US" dirty="0"/>
              <a:t>8/26/2025</a:t>
            </a:r>
          </a:p>
        </p:txBody>
      </p:sp>
    </p:spTree>
    <p:extLst>
      <p:ext uri="{BB962C8B-B14F-4D97-AF65-F5344CB8AC3E}">
        <p14:creationId xmlns:p14="http://schemas.microsoft.com/office/powerpoint/2010/main" val="114863653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6F070-7A65-CE95-A0BF-4D6DE4BD0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644B829-5ED4-3D48-E7CA-C4C2D64B56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42732" y="1412875"/>
            <a:ext cx="5404935" cy="4595813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7D7837-3AB5-8CEA-7A2F-2F116AF96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Progress Update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84E9DD-382E-DE67-55EE-FF1262944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2857024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1A2EF-E08B-F934-FF4C-99B492634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Prediction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9176F9E-9E61-6F6E-1E26-3312F856EC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88361" y="1412875"/>
            <a:ext cx="7913678" cy="4595813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B2A825-CC3F-DB44-3CEC-4090DB19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Progress Update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BEF0BB-7EEA-DEDC-3CE3-D90F5DE3A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6461856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D9805-1B03-DF8F-4140-64813F136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data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274DC15-B5BA-5FD3-1E10-7D581864AAE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95116" y="1412875"/>
            <a:ext cx="5900167" cy="4595813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78E047-B704-E769-3B08-4C1954DBD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Progress Update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87689E-32DB-ED46-EFEF-11D0F0F27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145935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38729-47AD-F328-0F39-1820583CE3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prediction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0617E80-3E34-3A90-1B62-E0EE89FF5B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32995" y="1412875"/>
            <a:ext cx="8224410" cy="4595813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34B5C3-95AA-43F6-3F12-3B7EE95DF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Progress Update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376079-6C51-33B7-D5BE-4252F4306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9797507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AA3FC-5643-854F-057E-B5FEE8C2E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Original data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D10DA95-C6D5-B21B-CD8C-A5A2E3EF96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47424" y="1412875"/>
            <a:ext cx="5995552" cy="4595813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55E752-CF06-83DA-CB2B-425AA2052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Progress Update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99A0B4-ED9A-4323-01B7-C7B6860CB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774595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UofWaterloo_WhiteBkgrd">
  <a:themeElements>
    <a:clrScheme name="UWaterloo Engineering">
      <a:dk1>
        <a:srgbClr val="000000"/>
      </a:dk1>
      <a:lt1>
        <a:srgbClr val="FFFFFF"/>
      </a:lt1>
      <a:dk2>
        <a:srgbClr val="757575"/>
      </a:dk2>
      <a:lt2>
        <a:srgbClr val="D6D6D6"/>
      </a:lt2>
      <a:accent1>
        <a:srgbClr val="B45DCB"/>
      </a:accent1>
      <a:accent2>
        <a:srgbClr val="0C0C0C"/>
      </a:accent2>
      <a:accent3>
        <a:srgbClr val="865DA4"/>
      </a:accent3>
      <a:accent4>
        <a:srgbClr val="C2A8F0"/>
      </a:accent4>
      <a:accent5>
        <a:srgbClr val="5D0096"/>
      </a:accent5>
      <a:accent6>
        <a:srgbClr val="865DA4"/>
      </a:accent6>
      <a:hlink>
        <a:srgbClr val="5D0096"/>
      </a:hlink>
      <a:folHlink>
        <a:srgbClr val="595959"/>
      </a:folHlink>
    </a:clrScheme>
    <a:fontScheme name="Custom 3">
      <a:majorFont>
        <a:latin typeface="Barlow Condensed"/>
        <a:ea typeface=""/>
        <a:cs typeface=""/>
      </a:majorFont>
      <a:minorFont>
        <a:latin typeface="Georgi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ulty_of_engineering_powerpoint_template_16-9_widescreen" id="{987C9BB4-A0D7-4E4D-8D46-56A52F7D2DA8}" vid="{9C87E2C4-D19B-8F42-9558-536F7D440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d8f0207-1964-4a5e-9049-2927796093eb">
      <Terms xmlns="http://schemas.microsoft.com/office/infopath/2007/PartnerControls"/>
    </lcf76f155ced4ddcb4097134ff3c332f>
    <TaxCatchAll xmlns="9bed8fe0-fd4c-4f92-9936-a2497f3396f6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535D3CEC2F76A4CA1EC3507E2D03D36" ma:contentTypeVersion="16" ma:contentTypeDescription="Create a new document." ma:contentTypeScope="" ma:versionID="bb97bee70b1606bbb700640dacabe47f">
  <xsd:schema xmlns:xsd="http://www.w3.org/2001/XMLSchema" xmlns:xs="http://www.w3.org/2001/XMLSchema" xmlns:p="http://schemas.microsoft.com/office/2006/metadata/properties" xmlns:ns2="9bed8fe0-fd4c-4f92-9936-a2497f3396f6" xmlns:ns3="5d8f0207-1964-4a5e-9049-2927796093eb" targetNamespace="http://schemas.microsoft.com/office/2006/metadata/properties" ma:root="true" ma:fieldsID="5de26a37e5c2406e777d4ddd47cd8e40" ns2:_="" ns3:_="">
    <xsd:import namespace="9bed8fe0-fd4c-4f92-9936-a2497f3396f6"/>
    <xsd:import namespace="5d8f0207-1964-4a5e-9049-2927796093eb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ObjectDetectorVersions" minOccurs="0"/>
                <xsd:element ref="ns3:MediaServiceSearchPropertie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bed8fe0-fd4c-4f92-9936-a2497f3396f6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SearchPeopleOnly="false" ma:SharePointGroup="0" ma:internalName="SharedWithUsers" ma:readOnly="tru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8" nillable="true" ma:displayName="Taxonomy Catch All Column" ma:hidden="true" ma:list="{ba7b523d-fb2c-44c1-96a9-2a2e1bedae48}" ma:internalName="TaxCatchAll" ma:showField="CatchAllData" ma:web="9bed8fe0-fd4c-4f92-9936-a2497f3396f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d8f0207-1964-4a5e-9049-2927796093e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cbf906fe-3e8e-4b22-a6fd-bde302b9218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2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2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4" ma:displayName="Content Type"/>
        <xsd:element ref="dc:title" minOccurs="0" maxOccurs="1" ma:index="3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7F4C4DB-07ED-49AD-9A79-4094EE45E6E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46C92BA-2C15-4648-8094-8AE24EF764A2}">
  <ds:schemaRefs>
    <ds:schemaRef ds:uri="http://schemas.microsoft.com/office/2006/metadata/properties"/>
    <ds:schemaRef ds:uri="http://schemas.microsoft.com/office/infopath/2007/PartnerControls"/>
    <ds:schemaRef ds:uri="5d8f0207-1964-4a5e-9049-2927796093eb"/>
    <ds:schemaRef ds:uri="9bed8fe0-fd4c-4f92-9936-a2497f3396f6"/>
  </ds:schemaRefs>
</ds:datastoreItem>
</file>

<file path=customXml/itemProps3.xml><?xml version="1.0" encoding="utf-8"?>
<ds:datastoreItem xmlns:ds="http://schemas.openxmlformats.org/officeDocument/2006/customXml" ds:itemID="{9796CB3A-B122-4517-855C-0F4A88E980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bed8fe0-fd4c-4f92-9936-a2497f3396f6"/>
    <ds:schemaRef ds:uri="5d8f0207-1964-4a5e-9049-2927796093e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723a5a87-f39a-4a22-9247-3fc240c01396}" enabled="0" method="" siteId="{723a5a87-f39a-4a22-9247-3fc240c01396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engineering_powerpoint_template_16-9_widescreen</Template>
  <TotalTime>107796</TotalTime>
  <Words>37</Words>
  <Application>Microsoft Office PowerPoint</Application>
  <PresentationFormat>Widescreen</PresentationFormat>
  <Paragraphs>17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Arial</vt:lpstr>
      <vt:lpstr>Barlow Condensed</vt:lpstr>
      <vt:lpstr>Calibri</vt:lpstr>
      <vt:lpstr>Georgia</vt:lpstr>
      <vt:lpstr>Verdana</vt:lpstr>
      <vt:lpstr>Wingdings</vt:lpstr>
      <vt:lpstr>UofWaterloo_WhiteBkgrd</vt:lpstr>
      <vt:lpstr>Research Progress Update</vt:lpstr>
      <vt:lpstr>PowerPoint Presentation</vt:lpstr>
      <vt:lpstr>Prediction</vt:lpstr>
      <vt:lpstr>Original data</vt:lpstr>
      <vt:lpstr>prediction</vt:lpstr>
      <vt:lpstr>Original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Fateme Mohammad Mohammadi</dc:creator>
  <cp:lastModifiedBy>Fateme Mohammad Mohammadi</cp:lastModifiedBy>
  <cp:revision>360</cp:revision>
  <dcterms:created xsi:type="dcterms:W3CDTF">2024-09-20T14:42:09Z</dcterms:created>
  <dcterms:modified xsi:type="dcterms:W3CDTF">2025-08-25T17:58:34Z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0x0101009535D3CEC2F76A4CA1EC3507E2D03D36</vt:lpwstr>
  </property>
</Properties>
</file>