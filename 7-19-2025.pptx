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60" r:id="rId7"/>
    <p:sldId id="258" r:id="rId8"/>
    <p:sldId id="259" r:id="rId9"/>
    <p:sldId id="261" r:id="rId10"/>
    <p:sldId id="263" r:id="rId11"/>
    <p:sldId id="262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3F00"/>
    <a:srgbClr val="FFFFFF"/>
    <a:srgbClr val="E4B429"/>
    <a:srgbClr val="FFD54F"/>
    <a:srgbClr val="FFEA3D"/>
    <a:srgbClr val="FFFFAA"/>
    <a:srgbClr val="E0249A"/>
    <a:srgbClr val="0073CF"/>
    <a:srgbClr val="57068C"/>
    <a:srgbClr val="FFD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83" autoAdjust="0"/>
    <p:restoredTop sz="88489" autoAdjust="0"/>
  </p:normalViewPr>
  <p:slideViewPr>
    <p:cSldViewPr snapToGrid="0">
      <p:cViewPr varScale="1">
        <p:scale>
          <a:sx n="53" d="100"/>
          <a:sy n="53" d="100"/>
        </p:scale>
        <p:origin x="100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E4E57-1CF6-4440-8310-3CBE926400C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3DC02-E926-F143-BEA7-834664C01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E97C-1779-4CEE-80D0-5BBB1AC4023D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F7D1-689C-4BC1-B59B-4A4CE078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930DF486-3438-A340-9F75-BB86BE289D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6056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7E6BEA-9D28-86FA-D573-63E937A96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4DF45C-A64A-062F-9CED-3E842F488317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B245BA-2894-CA76-0F75-D34749BB980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20A4491-7F26-FD1F-E922-D16588A2AF7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4467DA2-12C4-867B-1A08-D4BC12EE3119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B127630-A949-31A6-994A-2119B96BA2F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559227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E5E2D7B7-C046-952F-FFBF-CDF3C05A39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976B466-9D8C-A8C3-EB96-3631DC205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AAEAB53-3AF3-394F-5A0D-265C448ECA6E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D4BD0F5-AD43-7157-6853-3CD55084FE7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F12FAF-5A82-CC83-3020-79FECB6A9B1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E8C28B-8279-2C62-9323-C451CFBB294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CBBFB6-9B79-D3A2-687E-255A236C963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183547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University of Waterloo Faculty of Engineering logo">
            <a:extLst>
              <a:ext uri="{FF2B5EF4-FFF2-40B4-BE49-F238E27FC236}">
                <a16:creationId xmlns:a16="http://schemas.microsoft.com/office/drawing/2014/main" id="{C7842B6A-813C-FA45-B88D-CE413A77F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254931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69F524-D51C-40DB-F389-1673BFAA4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859F7A-5A85-CDB2-227D-E72CEFB48AF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991028-4405-8861-5C0F-DDCED6AE10C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0B4E87-130B-529C-B325-CF2152D17DB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3B4BA68-9EA4-7A22-3621-B9ED64303A72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15C994C-FB53-4A65-2E87-41A181943148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89522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61486EB2-DBB7-6812-FFCB-C07E1DEE6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4CF5075-07D9-F9E3-0595-1A0D8C92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D24995-6F05-8ECB-D3BE-0691DF97B91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836C1D7-6B11-F5C9-0533-3719C5ECB00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69C97C2-B343-C17E-D528-65C442051DD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ED34F6-8D98-D192-5DBF-F8BDC1DB62E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4B2663-04FA-0615-C4BC-D798630AB8B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10676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Progress Update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32321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b="1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362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2115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8200"/>
            <a:ext cx="8770620" cy="1212056"/>
          </a:xfrm>
        </p:spPr>
        <p:txBody>
          <a:bodyPr anchor="b">
            <a:noAutofit/>
          </a:bodyPr>
          <a:lstStyle>
            <a:lvl1pPr algn="l">
              <a:defRPr sz="4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8086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8BDD71-5673-C3E4-61B8-8F8F04130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BF8245-E943-0D71-7CC0-09B6B4E3260B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2D8089-B052-A801-A878-B773A49F861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3A2417-24CA-2534-65B9-CAFF9B77F07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BD4852-C253-61D4-26E8-4222BFD9B55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DAFAF2-35DA-8050-8069-401CD4268EF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7483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1648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59864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Progress Update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48707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16560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F0E357-D0D7-C8D3-9BB9-CBCD595E2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F904F2D-EB5B-78C1-C9CD-AD22B98AAF2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3A6C96-3A16-4F62-35CE-95FC1296115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CB83E9C-7246-D12C-1E4F-7F8C8CACBCB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A84279-81BF-BD14-75E3-45D84ED22AE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C3DEA0-E90A-8F4E-6FCC-22A0591AE8A4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67841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B5677E-A76C-D8C2-715E-D2CC90E70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97014F-8428-CB57-EA94-4926AC5048D6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08710D-B7A2-5B78-4CA2-26A7E60D2EA8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BC1D33-6438-5920-7D04-F461F1F2C24C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584E8BE-411E-3D79-1AEB-CFBE9515CD5B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2D3D3E-C28F-C346-1738-B63D4769D73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419811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07867"/>
            <a:ext cx="5440648" cy="5445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79637" y="6335309"/>
            <a:ext cx="1016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88D66E9-C096-F7E5-4608-69F3BFAA0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20D476-3C3C-17FB-6B9D-62877266FDD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A3B59E-EB98-37C9-ABAF-5F298CBCB50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9ADF04-D661-134D-CEBE-7284FCA07F2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B66F9EB-2209-AA77-54BB-874DD242922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E99F41D-6A52-4E41-CCC6-4F322B85979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17354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E3B45F-F7EF-7AC1-2F71-A8F707B47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7FF446-A027-DF9C-2EF7-BB8A71A92C2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4DBD243-4CC4-FC6A-A3EF-134F0475518A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51E8B32-A35D-0923-E7EE-4693F5A56614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4998BE-5F59-2840-05C4-7AFCED90F6C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71EFAE3-6B14-DE22-01D0-2E8AFF7CD36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728093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7/20/2025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5364A90-0797-F96E-F770-FF1A12CE0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350EA6-F3C3-B71A-2AE8-59D70268626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FD5CBB-2458-6136-9C90-A6C4B927AC9B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84D87D-DBE9-B3EF-FFB3-C2AFE2A77403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1F04D2-CB9A-2272-4643-01B4FAAC439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6161E2-6AF6-CD93-0C7B-DE95E53B4B4C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82872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7/20/2025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AC575D-0FA9-A38D-9797-156B5AA8A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72D70FB-ADA6-5E6E-29B1-A1623DE361B1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40349B-8324-5C56-8910-78C4E6366CCD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12A301-E6DF-7760-3D01-B0933E87104E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F068C1-6FE1-DFD6-F0F5-A3F1F8A8E5C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3460B5-979B-9830-988B-CA56409C364F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502277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08F22C7D-C1E2-3043-B369-F9AA670BF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7" y="985586"/>
            <a:ext cx="6096143" cy="40752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7CA9BB1-9C2E-4569-BE1D-5D7F529E6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410A60-FA9B-1ECF-958F-BC27BB5C2E9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C5613F-FE3A-A7CF-B132-7779C8C132EE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E9D1A7-9583-C584-47EB-0627750BD7C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6DCD87-2E74-CDA8-1BA0-3DE81AD3380C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D214E4-DEB6-B4CF-DF1D-A1A345D13201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967735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7/20/2025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985586"/>
            <a:ext cx="6096143" cy="4075200"/>
          </a:xfrm>
          <a:prstGeom prst="rect">
            <a:avLst/>
          </a:prstGeom>
          <a:effectLst/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8C08A7A-273E-2AF6-423F-B3A31B4E8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364F3F-3B82-84E7-CBE7-02C3AEE04520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B8ADAC-7828-B63A-D5DA-453F6E05F127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D015563-E92F-C342-9A7D-30F6A4E8A0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7D1E3D-066D-CE3E-D814-48C37B5F91F3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511196A-9E52-FC64-5031-EB102393BE1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082862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7/20/2025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799131"/>
            <a:ext cx="6096143" cy="4075200"/>
          </a:xfrm>
          <a:prstGeom prst="rect">
            <a:avLst/>
          </a:prstGeom>
          <a:effectLst/>
        </p:spPr>
      </p:pic>
      <p:pic>
        <p:nvPicPr>
          <p:cNvPr id="16" name="Picture 15" descr="YOU+WATERLOO">
            <a:extLst>
              <a:ext uri="{FF2B5EF4-FFF2-40B4-BE49-F238E27FC236}">
                <a16:creationId xmlns:a16="http://schemas.microsoft.com/office/drawing/2014/main" id="{447C4EF9-A5C2-5947-9C94-BD3C8A011B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7315" y="4854114"/>
            <a:ext cx="1817370" cy="514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13A5EE-7ACD-F44B-B9D4-9E14E16B8E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7482" y="5539328"/>
            <a:ext cx="3717036" cy="24345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5551F98-0A77-9BFF-9522-8E7ECCBB7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1BD5278-A732-132E-D1BB-5FC1F8CDD5E2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F4F076-A524-9C72-246E-4632FB7B683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66D408-FB48-5753-CC50-CD16F619FAF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B35BE29-48EB-34E3-E99E-5D6ECC453C11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3627FE-0E92-6205-F722-7C260F139C8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18746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University of Waterloo Faculty of Engineering logo">
            <a:extLst>
              <a:ext uri="{FF2B5EF4-FFF2-40B4-BE49-F238E27FC236}">
                <a16:creationId xmlns:a16="http://schemas.microsoft.com/office/drawing/2014/main" id="{75D18FC7-EB3D-A142-853C-7A6BC4BDE92C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19902" y="5992113"/>
            <a:ext cx="3262499" cy="89673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Progress Update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37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14" r:id="rId2"/>
    <p:sldLayoutId id="2147483715" r:id="rId3"/>
    <p:sldLayoutId id="2147483716" r:id="rId4"/>
    <p:sldLayoutId id="2147483670" r:id="rId5"/>
    <p:sldLayoutId id="2147483693" r:id="rId6"/>
    <p:sldLayoutId id="2147483671" r:id="rId7"/>
    <p:sldLayoutId id="2147483690" r:id="rId8"/>
    <p:sldLayoutId id="2147483672" r:id="rId9"/>
    <p:sldLayoutId id="2147483673" r:id="rId10"/>
    <p:sldLayoutId id="2147483674" r:id="rId11"/>
    <p:sldLayoutId id="2147483675" r:id="rId12"/>
    <p:sldLayoutId id="2147483710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12" r:id="rId19"/>
    <p:sldLayoutId id="2147483713" r:id="rId20"/>
    <p:sldLayoutId id="2147483723" r:id="rId21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740" y="1028940"/>
            <a:ext cx="9605660" cy="1474115"/>
          </a:xfrm>
        </p:spPr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>
            <a:normAutofit/>
          </a:bodyPr>
          <a:lstStyle/>
          <a:p>
            <a:r>
              <a:rPr lang="en-US" dirty="0"/>
              <a:t>Fateme Mohammad Mohammadi,</a:t>
            </a:r>
            <a:br>
              <a:rPr lang="en-US" dirty="0"/>
            </a:br>
            <a:r>
              <a:rPr lang="en-US" dirty="0"/>
              <a:t>Chemical Engineering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</p:spPr>
        <p:txBody>
          <a:bodyPr/>
          <a:lstStyle/>
          <a:p>
            <a:r>
              <a:rPr lang="en-US" dirty="0"/>
              <a:t>7/19/2025</a:t>
            </a:r>
          </a:p>
        </p:txBody>
      </p:sp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37D06-9DEE-FC6D-433B-EC3129357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Violation – 200 sample points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0CE08F-5E85-4FE5-9700-A6C28E1F7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4073" y="1412875"/>
            <a:ext cx="8502254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772BDA-AC6B-BED4-D221-45E32230C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DB4EE-77E2-0D7B-3123-DAB2BD96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0074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D4C7-72B8-C43E-1C98-C66A14541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2634B82-FE6E-F3F3-82CC-4228A99175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7419" y="1412875"/>
            <a:ext cx="9215562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02DA8F-C7AB-87FA-DE5A-9C7EFDD09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F0BB2F-D440-87F9-D32D-F6E68599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5867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94E39-FB7A-D4AA-6A96-7A2A864A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AB79DE-9434-1B9E-0FAB-DC45D06E1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0679" y="1412875"/>
            <a:ext cx="7149042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3AB8D-747B-BFBA-82A3-A4F483D62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4CE4F-CCE8-94FA-4D28-0FA98382C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6717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BFACC-CE6F-518F-7B53-33CBA186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A894BD1-BEE3-EFF4-FDC3-9542F081E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2127" y="1412875"/>
            <a:ext cx="6986145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317C25-29A6-2A26-C285-62B70CD5D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4868B-FEAB-9264-5E1F-01ED993EF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46580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885A4-EA9E-5DA8-21B0-CBFB7F2D7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total mass balance, steepness=20000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B7CDFC7-7B0F-FF7E-8FEE-4E92975EB1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7999" y="1412875"/>
            <a:ext cx="5834401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4BE89-2D4A-351F-3457-C8E4266C1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19DC3B-D177-A46C-2703-3714D45E1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5787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8A917-E765-63E4-84AE-DAC280119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total mass balance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4A95424-9B7C-766A-C569-246C3231D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2309" y="1412875"/>
            <a:ext cx="8705782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758580-6EFB-5DF2-7AE5-A3A4BB807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855242-6634-5345-0E3B-E95E72CD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32406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30492-0023-BFAE-A1AC-3D0555238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total mass balance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FCD93B9-8ABB-1DA2-55D9-E7DDD73B1B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9608" y="1412875"/>
            <a:ext cx="8271184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6F2E6-0C8A-65AD-2909-FD0C7DF00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5137B-4D4A-B0BE-4988-EE2F6F341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84198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E48E-0F64-7986-E781-372BC69AB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Steepness = 8000, KKT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D7DA898-3DEA-6E96-D646-4C808B3E2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4314" y="1412875"/>
            <a:ext cx="5961772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76BE24-5BB4-395A-8E05-F77F45CE9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C8073-BE65-17CA-9540-F054E44BD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41790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6F2F4-46AD-362E-526A-0887D330B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Steepness = 8000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B8AFF7-DB99-EDF6-97A1-A19746C1F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B8A3B-8369-3772-0318-659A261D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18031F0-5EFF-0489-B8DA-6B5037BAA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4761" y="1412875"/>
            <a:ext cx="9060877" cy="4595813"/>
          </a:xfrm>
        </p:spPr>
      </p:pic>
    </p:spTree>
    <p:extLst>
      <p:ext uri="{BB962C8B-B14F-4D97-AF65-F5344CB8AC3E}">
        <p14:creationId xmlns:p14="http://schemas.microsoft.com/office/powerpoint/2010/main" val="270738465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8503E-A7F0-BA00-E19D-7C97A8DD0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Steepness = 8000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D9C9D-B2E8-104E-B7EA-32350B90D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3601D-9944-D5F7-0A49-E56B80A75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5760559-75A2-E978-9932-FC71CA73D9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2973" y="1412875"/>
            <a:ext cx="9044453" cy="4595813"/>
          </a:xfrm>
        </p:spPr>
      </p:pic>
    </p:spTree>
    <p:extLst>
      <p:ext uri="{BB962C8B-B14F-4D97-AF65-F5344CB8AC3E}">
        <p14:creationId xmlns:p14="http://schemas.microsoft.com/office/powerpoint/2010/main" val="325890532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2B34D-6C78-EE5D-C67B-26266A35F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D8F1A22-C29A-6633-CF2E-066CCC3BD4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5273" y="1412875"/>
            <a:ext cx="5679853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B2FDFB-7890-291B-CBC9-0CF1B16D8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DE8619-5999-6622-76D8-DF815C46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72190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30ABC-3286-0928-C055-0EB2DAE53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15000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8083C70-E06B-D67B-D5CF-D5AD05210E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7356" y="1412875"/>
            <a:ext cx="5995687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3BEFB-9DF4-03B5-8F03-6D67637FA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D3AA22-B92D-86FB-A28C-09880730B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6468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UofWaterloo_WhiteBkgrd">
  <a:themeElements>
    <a:clrScheme name="UWaterloo Engineering">
      <a:dk1>
        <a:srgbClr val="000000"/>
      </a:dk1>
      <a:lt1>
        <a:srgbClr val="FFFFFF"/>
      </a:lt1>
      <a:dk2>
        <a:srgbClr val="757575"/>
      </a:dk2>
      <a:lt2>
        <a:srgbClr val="D6D6D6"/>
      </a:lt2>
      <a:accent1>
        <a:srgbClr val="B45DCB"/>
      </a:accent1>
      <a:accent2>
        <a:srgbClr val="0C0C0C"/>
      </a:accent2>
      <a:accent3>
        <a:srgbClr val="865DA4"/>
      </a:accent3>
      <a:accent4>
        <a:srgbClr val="C2A8F0"/>
      </a:accent4>
      <a:accent5>
        <a:srgbClr val="5D0096"/>
      </a:accent5>
      <a:accent6>
        <a:srgbClr val="865DA4"/>
      </a:accent6>
      <a:hlink>
        <a:srgbClr val="5D0096"/>
      </a:hlink>
      <a:folHlink>
        <a:srgbClr val="595959"/>
      </a:folHlink>
    </a:clrScheme>
    <a:fontScheme name="Custom 3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ulty_of_engineering_powerpoint_template_16-9_widescreen" id="{987C9BB4-A0D7-4E4D-8D46-56A52F7D2DA8}" vid="{9C87E2C4-D19B-8F42-9558-536F7D440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35D3CEC2F76A4CA1EC3507E2D03D36" ma:contentTypeVersion="16" ma:contentTypeDescription="Create a new document." ma:contentTypeScope="" ma:versionID="bb97bee70b1606bbb700640dacabe47f">
  <xsd:schema xmlns:xsd="http://www.w3.org/2001/XMLSchema" xmlns:xs="http://www.w3.org/2001/XMLSchema" xmlns:p="http://schemas.microsoft.com/office/2006/metadata/properties" xmlns:ns2="9bed8fe0-fd4c-4f92-9936-a2497f3396f6" xmlns:ns3="5d8f0207-1964-4a5e-9049-2927796093eb" targetNamespace="http://schemas.microsoft.com/office/2006/metadata/properties" ma:root="true" ma:fieldsID="5de26a37e5c2406e777d4ddd47cd8e40" ns2:_="" ns3:_="">
    <xsd:import namespace="9bed8fe0-fd4c-4f92-9936-a2497f3396f6"/>
    <xsd:import namespace="5d8f0207-1964-4a5e-9049-2927796093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d8fe0-fd4c-4f92-9936-a2497f3396f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ba7b523d-fb2c-44c1-96a9-2a2e1bedae48}" ma:internalName="TaxCatchAll" ma:showField="CatchAllData" ma:web="9bed8fe0-fd4c-4f92-9936-a2497f3396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8f0207-1964-4a5e-9049-2927796093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8f0207-1964-4a5e-9049-2927796093eb">
      <Terms xmlns="http://schemas.microsoft.com/office/infopath/2007/PartnerControls"/>
    </lcf76f155ced4ddcb4097134ff3c332f>
    <TaxCatchAll xmlns="9bed8fe0-fd4c-4f92-9936-a2497f3396f6" xsi:nil="true"/>
  </documentManagement>
</p:properties>
</file>

<file path=customXml/itemProps1.xml><?xml version="1.0" encoding="utf-8"?>
<ds:datastoreItem xmlns:ds="http://schemas.openxmlformats.org/officeDocument/2006/customXml" ds:itemID="{9796CB3A-B122-4517-855C-0F4A88E98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ed8fe0-fd4c-4f92-9936-a2497f3396f6"/>
    <ds:schemaRef ds:uri="5d8f0207-1964-4a5e-9049-2927796093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F4C4DB-07ED-49AD-9A79-4094EE45E6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6C92BA-2C15-4648-8094-8AE24EF764A2}">
  <ds:schemaRefs>
    <ds:schemaRef ds:uri="http://schemas.microsoft.com/office/2006/metadata/properties"/>
    <ds:schemaRef ds:uri="http://schemas.microsoft.com/office/infopath/2007/PartnerControls"/>
    <ds:schemaRef ds:uri="5d8f0207-1964-4a5e-9049-2927796093eb"/>
    <ds:schemaRef ds:uri="9bed8fe0-fd4c-4f92-9936-a2497f3396f6"/>
  </ds:schemaRefs>
</ds:datastoreItem>
</file>

<file path=docMetadata/LabelInfo.xml><?xml version="1.0" encoding="utf-8"?>
<clbl:labelList xmlns:clbl="http://schemas.microsoft.com/office/2020/mipLabelMetadata">
  <clbl:label id="{723a5a87-f39a-4a22-9247-3fc240c01396}" enabled="0" method="" siteId="{723a5a87-f39a-4a22-9247-3fc240c013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engineering_powerpoint_template_16-9_widescreen</Template>
  <TotalTime>79769</TotalTime>
  <Words>93</Words>
  <Application>Microsoft Office PowerPoint</Application>
  <PresentationFormat>Widescreen</PresentationFormat>
  <Paragraphs>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Barlow Condensed</vt:lpstr>
      <vt:lpstr>Calibri</vt:lpstr>
      <vt:lpstr>Georgia</vt:lpstr>
      <vt:lpstr>Verdana</vt:lpstr>
      <vt:lpstr>Wingdings</vt:lpstr>
      <vt:lpstr>UofWaterloo_WhiteBkgrd</vt:lpstr>
      <vt:lpstr>Research Progress Update</vt:lpstr>
      <vt:lpstr>Violation – 200 sample points</vt:lpstr>
      <vt:lpstr>PowerPoint Presentation</vt:lpstr>
      <vt:lpstr>PowerPoint Presentation</vt:lpstr>
      <vt:lpstr>PowerPoint Presentation</vt:lpstr>
      <vt:lpstr>Add total mass balance, steepness=20000</vt:lpstr>
      <vt:lpstr>Add total mass balance</vt:lpstr>
      <vt:lpstr>Add total mass balance</vt:lpstr>
      <vt:lpstr>Steepness = 8000, KKT</vt:lpstr>
      <vt:lpstr>Steepness = 8000</vt:lpstr>
      <vt:lpstr>Steepness = 8000</vt:lpstr>
      <vt:lpstr>NN</vt:lpstr>
      <vt:lpstr>15000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Mohammad Mohammadi</dc:creator>
  <cp:lastModifiedBy>Fateme Mohammad Mohammadi</cp:lastModifiedBy>
  <cp:revision>309</cp:revision>
  <dcterms:created xsi:type="dcterms:W3CDTF">2024-09-20T14:42:09Z</dcterms:created>
  <dcterms:modified xsi:type="dcterms:W3CDTF">2025-07-21T13:46:18Z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0x0101009535D3CEC2F76A4CA1EC3507E2D03D36</vt:lpwstr>
  </property>
</Properties>
</file>