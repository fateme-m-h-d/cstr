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12"/>
  </p:notesMasterIdLst>
  <p:handoutMasterIdLst>
    <p:handoutMasterId r:id="rId13"/>
  </p:handoutMasterIdLst>
  <p:sldIdLst>
    <p:sldId id="256" r:id="rId5"/>
    <p:sldId id="328" r:id="rId6"/>
    <p:sldId id="327" r:id="rId7"/>
    <p:sldId id="326" r:id="rId8"/>
    <p:sldId id="325" r:id="rId9"/>
    <p:sldId id="323" r:id="rId10"/>
    <p:sldId id="3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928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27E6BEA-9D28-86FA-D573-63E937A9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4DF45C-A64A-062F-9CED-3E842F488317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DB245BA-2894-CA76-0F75-D34749BB980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20A4491-7F26-FD1F-E922-D16588A2AF7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4467DA2-12C4-867B-1A08-D4BC12EE311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B127630-A949-31A6-994A-2119B96BA2F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E5E2D7B7-C046-952F-FFBF-CDF3C05A39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50" y="5600284"/>
            <a:ext cx="4567498" cy="1255431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976B466-9D8C-A8C3-EB96-3631DC205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AEAB53-3AF3-394F-5A0D-265C448ECA6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4BD0F5-AD43-7157-6853-3CD55084FE7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12FAF-5A82-CC83-3020-79FECB6A9B1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E8C28B-8279-2C62-9323-C451CFBB294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CBBFB6-9B79-D3A2-687E-255A236C963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ity of Waterloo Faculty of Engineering logo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769F524-D51C-40DB-F389-1673BFAA4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6859F7A-5A85-CDB2-227D-E72CEFB48AF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C991028-4405-8861-5C0F-DDCED6AE10C4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10B4E87-130B-529C-B325-CF2152D17DBD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3B4BA68-9EA4-7A22-3621-B9ED64303A7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C15C994C-FB53-4A65-2E87-41A18194314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3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Picture 12" descr="University of Waterloo Faculty of Engineering logo">
            <a:extLst>
              <a:ext uri="{FF2B5EF4-FFF2-40B4-BE49-F238E27FC236}">
                <a16:creationId xmlns:a16="http://schemas.microsoft.com/office/drawing/2014/main" id="{61486EB2-DBB7-6812-FFCB-C07E1DEE6B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49" y="5600284"/>
            <a:ext cx="4567499" cy="125543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4CF5075-07D9-F9E3-0595-1A0D8C92F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D24995-6F05-8ECB-D3BE-0691DF97B91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36C1D7-6B11-F5C9-0533-3719C5ECB00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69C97C2-B343-C17E-D528-65C442051DD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8ED34F6-8D98-D192-5DBF-F8BDC1DB62E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E4B2663-04FA-0615-C4BC-D798630AB8B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 dirty="0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78BDD71-5673-C3E4-61B8-8F8F04130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EBF8245-E943-0D71-7CC0-09B6B4E3260B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2D8089-B052-A801-A878-B773A49F861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53A2417-24CA-2534-65B9-CAFF9B77F07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ABD4852-C253-61D4-26E8-4222BFD9B55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DAFAF2-35DA-8050-8069-401CD4268EFE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8F0E357-D0D7-C8D3-9BB9-CBCD595E2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F904F2D-EB5B-78C1-C9CD-AD22B98AAF2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33A6C96-3A16-4F62-35CE-95FC1296115C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CB83E9C-7246-D12C-1E4F-7F8C8CACBCB5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AA84279-81BF-BD14-75E3-45D84ED22AE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C3DEA0-E90A-8F4E-6FCC-22A0591AE8A4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5B5677E-A76C-D8C2-715E-D2CC90E7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397014F-8428-CB57-EA94-4926AC5048D6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108710D-B7A2-5B78-4CA2-26A7E60D2EA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CBC1D33-6438-5920-7D04-F461F1F2C24C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584E8BE-411E-3D79-1AEB-CFBE9515CD5B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A2D3D3E-C28F-C346-1738-B63D4769D73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 dirty="0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D66E9-C096-F7E5-4608-69F3BFAA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D20D476-3C3C-17FB-6B9D-62877266FDD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6A3B59E-EB98-37C9-ABAF-5F298CBCB50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9ADF04-D661-134D-CEBE-7284FCA07F2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B66F9EB-2209-AA77-54BB-874DD242922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E99F41D-6A52-4E41-CCC6-4F322B85979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E3B45F-F7EF-7AC1-2F71-A8F707B47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7FF446-A027-DF9C-2EF7-BB8A71A92C2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4DBD243-4CC4-FC6A-A3EF-134F0475518A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51E8B32-A35D-0923-E7EE-4693F5A56614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4998BE-5F59-2840-05C4-7AFCED90F6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71EFAE3-6B14-DE22-01D0-2E8AFF7CD36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364A90-0797-F96E-F770-FF1A12CE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350EA6-F3C3-B71A-2AE8-59D70268626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FD5CBB-2458-6136-9C90-A6C4B927AC9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84D87D-DBE9-B3EF-FFB3-C2AFE2A77403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1F04D2-CB9A-2272-4643-01B4FAAC4398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6161E2-6AF6-CD93-0C7B-DE95E53B4B4C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AAC575D-0FA9-A38D-9797-156B5AA8A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72D70FB-ADA6-5E6E-29B1-A1623DE361B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A40349B-8324-5C56-8910-78C4E6366CCD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12A301-E6DF-7760-3D01-B0933E8710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5F068C1-6FE1-DFD6-F0F5-A3F1F8A8E5CD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93460B5-979B-9830-988B-CA56409C364F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Picture 3" descr="University of Waterloo Faculty of Engineering logo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7" y="985586"/>
            <a:ext cx="6096143" cy="40752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7CA9BB1-9C2E-4569-BE1D-5D7F529E6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A410A60-FA9B-1ECF-958F-BC27BB5C2E95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C5613F-FE3A-A7CF-B132-7779C8C132EE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EE9D1A7-9583-C584-47EB-0627750BD7C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6DCD87-2E74-CDA8-1BA0-3DE81AD3380C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FD214E4-DEB6-B4CF-DF1D-A1A345D13201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 dirty="0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985586"/>
            <a:ext cx="6096143" cy="4075200"/>
          </a:xfrm>
          <a:prstGeom prst="rect">
            <a:avLst/>
          </a:prstGeom>
          <a:effectLst/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8C08A7A-273E-2AF6-423F-B3A31B4E8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6364F3F-3B82-84E7-CBE7-02C3AEE04520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0B8ADAC-7828-B63A-D5DA-453F6E05F127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D015563-E92F-C342-9A7D-30F6A4E8A0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A7D1E3D-066D-CE3E-D814-48C37B5F91F3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511196A-9E52-FC64-5031-EB102393BE10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4/21/2025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University of Waterloo Faculty of Engineering logo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7928" y="799131"/>
            <a:ext cx="6096143" cy="4075200"/>
          </a:xfrm>
          <a:prstGeom prst="rect">
            <a:avLst/>
          </a:prstGeom>
          <a:effectLst/>
        </p:spPr>
      </p:pic>
      <p:pic>
        <p:nvPicPr>
          <p:cNvPr id="16" name="Picture 15" descr="YOU+WATERLOO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5551F98-0A77-9BFF-9522-8E7ECCBB7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1BD5278-A732-132E-D1BB-5FC1F8CDD5E2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BF4F076-A524-9C72-246E-4632FB7B683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66D408-FB48-5753-CC50-CD16F619FAFA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35BE29-48EB-34E3-E99E-5D6ECC453C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53627FE-0E92-6205-F722-7C260F139C8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University of Waterloo Faculty of Engineering logo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19902" y="5992113"/>
            <a:ext cx="3262499" cy="896736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4/21/2025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Research Progress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Fateme Mohammad Mohammadi,</a:t>
            </a:r>
            <a:br>
              <a:rPr lang="en-US" dirty="0"/>
            </a:br>
            <a:r>
              <a:rPr lang="en-US" dirty="0"/>
              <a:t>Chemical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4/21/2025</a:t>
            </a:r>
          </a:p>
        </p:txBody>
      </p:sp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AE9F-E7D6-3F6A-EB23-542E3B553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29FBBB4-06B2-4560-CD27-FBFF9C430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0350" y="1567982"/>
            <a:ext cx="11569700" cy="428559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077139-1C8D-F415-E5C6-12C6F935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BD89E6-F707-60E5-2ED1-C2A4A7356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62264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E73C-0254-C633-03E5-A693E385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4EC763D-436F-B1D8-106D-82E99A9C3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6998" y="1412875"/>
            <a:ext cx="10996404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197F4-F35F-FB54-4D8F-D20D1C2BE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078FD-D189-EEB5-7731-6C3487C3D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903487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A7F9-5CC9-9D83-8200-6D12A4B6D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 nodes – 150 sample points – first half - 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28BED9-BFBD-DABB-1322-02522FB2A1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55"/>
          <a:stretch/>
        </p:blipFill>
        <p:spPr>
          <a:xfrm>
            <a:off x="2849116" y="1908313"/>
            <a:ext cx="6392167" cy="363628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FF238-A206-F378-A343-39EC16A8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96BF7-94DC-A5B3-8A3B-0A40F9C5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61922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2770D-34C4-B0E2-38B8-A4E0D4F76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32 nodes – 150 sample points – first half - experiment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C7DB1B-5B63-3C42-CEBD-CDF24BB83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33" b="-1"/>
          <a:stretch/>
        </p:blipFill>
        <p:spPr>
          <a:xfrm>
            <a:off x="2935712" y="1451113"/>
            <a:ext cx="6218975" cy="4557575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B22A3-D8DF-FF5D-45C2-471061630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396AC-2266-200D-F6AE-B6215AA4C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613396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A526-605B-3268-A5B5-21A78401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 nodes – 150 sample points – first half - training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660410A-140A-A134-EC1D-7EA957F2E3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7195" y="1891252"/>
            <a:ext cx="6516009" cy="3639058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1BE4B-B464-301A-900C-41232A5E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F95E1-E411-83F8-C648-98FFC1DFF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400546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982B0-C018-8620-D8F1-7DA11BF6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 nodes – 150 sample points – first half - experiment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D5F6C5-7754-8BB8-28C5-9EEDEAE6B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7519" y="1412875"/>
            <a:ext cx="5995361" cy="459581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67122B-E8F4-7830-CC3B-364A298B9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D661B-BE85-4685-E224-53D2F135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8522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UWaterloo Engineering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B45DCB"/>
      </a:accent1>
      <a:accent2>
        <a:srgbClr val="0C0C0C"/>
      </a:accent2>
      <a:accent3>
        <a:srgbClr val="865DA4"/>
      </a:accent3>
      <a:accent4>
        <a:srgbClr val="C2A8F0"/>
      </a:accent4>
      <a:accent5>
        <a:srgbClr val="5D0096"/>
      </a:accent5>
      <a:accent6>
        <a:srgbClr val="865DA4"/>
      </a:accent6>
      <a:hlink>
        <a:srgbClr val="5D0096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ulty_of_engineering_powerpoint_template_16-9_widescreen" id="{987C9BB4-A0D7-4E4D-8D46-56A52F7D2DA8}" vid="{9C87E2C4-D19B-8F42-9558-536F7D440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35D3CEC2F76A4CA1EC3507E2D03D36" ma:contentTypeVersion="16" ma:contentTypeDescription="Create a new document." ma:contentTypeScope="" ma:versionID="bb97bee70b1606bbb700640dacabe47f">
  <xsd:schema xmlns:xsd="http://www.w3.org/2001/XMLSchema" xmlns:xs="http://www.w3.org/2001/XMLSchema" xmlns:p="http://schemas.microsoft.com/office/2006/metadata/properties" xmlns:ns2="9bed8fe0-fd4c-4f92-9936-a2497f3396f6" xmlns:ns3="5d8f0207-1964-4a5e-9049-2927796093eb" targetNamespace="http://schemas.microsoft.com/office/2006/metadata/properties" ma:root="true" ma:fieldsID="5de26a37e5c2406e777d4ddd47cd8e40" ns2:_="" ns3:_="">
    <xsd:import namespace="9bed8fe0-fd4c-4f92-9936-a2497f3396f6"/>
    <xsd:import namespace="5d8f0207-1964-4a5e-9049-2927796093e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ed8fe0-fd4c-4f92-9936-a2497f3396f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ba7b523d-fb2c-44c1-96a9-2a2e1bedae48}" ma:internalName="TaxCatchAll" ma:showField="CatchAllData" ma:web="9bed8fe0-fd4c-4f92-9936-a2497f3396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8f0207-1964-4a5e-9049-292779609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f906fe-3e8e-4b22-a6fd-bde302b9218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8f0207-1964-4a5e-9049-2927796093eb">
      <Terms xmlns="http://schemas.microsoft.com/office/infopath/2007/PartnerControls"/>
    </lcf76f155ced4ddcb4097134ff3c332f>
    <TaxCatchAll xmlns="9bed8fe0-fd4c-4f92-9936-a2497f3396f6" xsi:nil="true"/>
  </documentManagement>
</p:properties>
</file>

<file path=customXml/itemProps1.xml><?xml version="1.0" encoding="utf-8"?>
<ds:datastoreItem xmlns:ds="http://schemas.openxmlformats.org/officeDocument/2006/customXml" ds:itemID="{9796CB3A-B122-4517-855C-0F4A88E98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ed8fe0-fd4c-4f92-9936-a2497f3396f6"/>
    <ds:schemaRef ds:uri="5d8f0207-1964-4a5e-9049-292779609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7F4C4DB-07ED-49AD-9A79-4094EE45E6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6C92BA-2C15-4648-8094-8AE24EF764A2}">
  <ds:schemaRefs>
    <ds:schemaRef ds:uri="http://schemas.microsoft.com/office/2006/metadata/properties"/>
    <ds:schemaRef ds:uri="http://schemas.microsoft.com/office/infopath/2007/PartnerControls"/>
    <ds:schemaRef ds:uri="5d8f0207-1964-4a5e-9049-2927796093eb"/>
    <ds:schemaRef ds:uri="9bed8fe0-fd4c-4f92-9936-a2497f3396f6"/>
  </ds:schemaRefs>
</ds:datastoreItem>
</file>

<file path=docMetadata/LabelInfo.xml><?xml version="1.0" encoding="utf-8"?>
<clbl:labelList xmlns:clbl="http://schemas.microsoft.com/office/2020/mipLabelMetadata">
  <clbl:label id="{723a5a87-f39a-4a22-9247-3fc240c01396}" enabled="0" method="" siteId="{723a5a87-f39a-4a22-9247-3fc240c0139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engineering_powerpoint_template_16-9_widescreen</Template>
  <TotalTime>10450</TotalTime>
  <Words>81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Barlow Condensed</vt:lpstr>
      <vt:lpstr>Calibri</vt:lpstr>
      <vt:lpstr>Georgia</vt:lpstr>
      <vt:lpstr>Verdana</vt:lpstr>
      <vt:lpstr>Wingdings</vt:lpstr>
      <vt:lpstr>UofWaterloo_WhiteBkgrd</vt:lpstr>
      <vt:lpstr>Research Progress Update</vt:lpstr>
      <vt:lpstr>Training</vt:lpstr>
      <vt:lpstr>Experiment</vt:lpstr>
      <vt:lpstr>32 nodes – 150 sample points – first half - training</vt:lpstr>
      <vt:lpstr>32 nodes – 150 sample points – first half - experiment</vt:lpstr>
      <vt:lpstr>16 nodes – 150 sample points – first half - training</vt:lpstr>
      <vt:lpstr>16 nodes – 150 sample points – first half - experiment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Fateme Mohammad Mohammadi</dc:creator>
  <cp:lastModifiedBy>Fateme Mohammad Mohammadi</cp:lastModifiedBy>
  <cp:revision>120</cp:revision>
  <dcterms:created xsi:type="dcterms:W3CDTF">2024-09-20T14:42:09Z</dcterms:created>
  <dcterms:modified xsi:type="dcterms:W3CDTF">2025-04-21T20:56:20Z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0x0101009535D3CEC2F76A4CA1EC3507E2D03D36</vt:lpwstr>
  </property>
</Properties>
</file>