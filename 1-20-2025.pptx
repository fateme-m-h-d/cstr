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72" r:id="rId12"/>
    <p:sldId id="271" r:id="rId13"/>
    <p:sldId id="267" r:id="rId14"/>
    <p:sldId id="270" r:id="rId15"/>
    <p:sldId id="269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5893-11FC-90BF-1FE0-8C6B77756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AE0FF-FFE2-F66E-97FE-AE570D317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B303E-A248-FA21-E96E-AA02CE18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4CDFE-2BEF-A063-22C2-8AE2A42F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A2208-2055-B101-91EB-0B9943B2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2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1AB9-C577-43C5-90F2-B12E1B33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A4B42-D72C-D6D0-36C7-F9C3A7EB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48D3E-1741-BBE7-37F2-FD19E48E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B129-25D6-F64F-7476-9A023EDA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F029D-5511-77C4-6C7D-F4217EC0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77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A4C5-593F-CAC4-B828-163AF01C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801FD-4486-075A-49FB-5DE519FB6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1EA81-1641-7B8A-664C-EEE81362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8F393-882A-B208-0BFC-9F2088268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9293D-082A-526B-C69B-7CE7FAFD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8C7B-4B3C-F5E2-F77D-00F20B84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7E4D3-82D8-7174-8CD8-2B2207155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095ED-9AE0-A8C2-1DFD-0725279DB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62BBA-23C2-E6CA-ABB8-85E43E77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46132-551B-8318-ACFA-9B6D8C55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F04BC-EC13-FE57-B9B4-28409AE0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1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4163-E77B-1468-091B-51C67228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2634B-E431-00CD-DBA2-B956A820E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3D1BF-4F07-23AD-1AF5-F062EE0BD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E286F-EA4F-1359-5373-C636E032E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CA275-5ADF-DCB0-A2B5-68BC0FDC4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175FD-FA4D-63A0-038F-262284CF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059B3-A641-F63D-2242-3DD728A3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9B10F-02A7-9651-B345-8076D40E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4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08AF-A7BC-6E57-7EC9-7987DB672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3C569-F4E2-6845-6E14-6524F67D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61891-1F51-B1EB-92A0-E85AB8FA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D8391-C9F7-3638-C8DF-846CD757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3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2635B-0B27-6258-9D17-CFEE6E56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65AEB-8FB6-487A-BF47-1D0E1C7BD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A755F-D8A5-4A39-4051-9DAFA3BC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8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97FB-17CB-BC65-24BE-55D36F21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4B959-3CE4-3B6C-7EEE-0B37D23AE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9A446-B8DA-E355-504C-5C4984A84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98299-B32D-5009-3539-18EA2763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3FBED-84B5-E4A5-1C35-0680B317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4B784-CA28-6A1C-1A3C-230528C2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5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C00A-61F0-B779-BAB9-93FC2575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676FC-9356-A194-7F22-D78F6D22D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1DF48-8C3C-C21D-2C20-80F11E1A2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176FB-8ADD-8AB7-5023-64BFEC575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32F8E-FC64-5D93-B74E-9133F751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F232E-F2FB-1437-06BF-210314CA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13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0A42-8750-3AAB-636E-31E90E79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7B496-5F23-BF67-18F8-A094C38A3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C0502-5393-36EE-38B8-A49C0EBC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29E50-BA47-3011-3385-56C1347E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8374B-3088-8E5C-8F64-C50C0C46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0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EC50B-33BE-AEF7-CAB8-D71A22099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57404-4D51-BA9D-E46C-9FED286B4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43107-680B-70A4-3EC9-88433996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2BF1A-DC63-CC68-637F-94F3C46D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61E98-769A-03CD-6F35-6EDE3851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5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ABC07D-47F4-6B32-119C-40DC7C3C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BE62C-F259-A04E-B4B8-F20965539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58B33-03E7-34DE-8387-3F33667CA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0A7AF-1A13-4EE1-8D97-FFBBDB025655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B3513-28D4-0E8A-2EC8-678695CD7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1A746-A828-0B66-9A9D-D4068FBC1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7C6DF-C21A-4EB0-B1BB-05ED33D0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26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46F9-1CC2-7224-13BB-3CD6AEDAB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1/20/2025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BB28-BA37-A0F1-74EF-6E9C11AC5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1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848D-3525-3E77-B602-D89D0866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KKT-extrapolate</a:t>
            </a:r>
          </a:p>
        </p:txBody>
      </p:sp>
      <p:pic>
        <p:nvPicPr>
          <p:cNvPr id="5" name="Content Placeholder 4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CFB2AB7F-1532-B0B8-DF57-7ACE976BE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33049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8900B-CDCF-5B27-CD95-CBD267CA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823C-17C4-4E74-1691-B8E0E558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KKT-extrapolate</a:t>
            </a:r>
          </a:p>
        </p:txBody>
      </p:sp>
      <p:pic>
        <p:nvPicPr>
          <p:cNvPr id="5" name="Content Placeholder 4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E7321360-00B8-0619-AD75-F0FA26DC3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61808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3D04-0DFF-1989-3DBB-B7C4AAE5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88B7-3087-F3B5-CCCB-A482887A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KKT-extrapolate</a:t>
            </a:r>
          </a:p>
        </p:txBody>
      </p:sp>
      <p:pic>
        <p:nvPicPr>
          <p:cNvPr id="5" name="Content Placeholder 4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88F0ABBB-150E-0E96-CC1D-0A523FA4D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716688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4BD18-7D69-B307-406E-E9C87A23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B867-3152-3E7C-5A19-C4E21B39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NN-extrapolate</a:t>
            </a:r>
          </a:p>
        </p:txBody>
      </p:sp>
      <p:pic>
        <p:nvPicPr>
          <p:cNvPr id="7" name="Content Placeholder 6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68608994-8052-0D9D-1A92-449726217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6831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8F8C-0EFD-DF22-94E3-9279664BE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B5DCB-AEC7-79F9-B69C-33B651CDA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6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DB47-A796-E292-E779-A14519D5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541E-1D3D-6B1D-ED70-42F2C46E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Noise</a:t>
            </a:r>
          </a:p>
        </p:txBody>
      </p:sp>
      <p:pic>
        <p:nvPicPr>
          <p:cNvPr id="7" name="Content Placeholder 6" descr="A graph with orange lines&#10;&#10;Description automatically generated">
            <a:extLst>
              <a:ext uri="{FF2B5EF4-FFF2-40B4-BE49-F238E27FC236}">
                <a16:creationId xmlns:a16="http://schemas.microsoft.com/office/drawing/2014/main" id="{74BF59FB-CA67-E2CA-8E6C-BA4B3310B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29" cy="4351338"/>
          </a:xfrm>
        </p:spPr>
      </p:pic>
    </p:spTree>
    <p:extLst>
      <p:ext uri="{BB962C8B-B14F-4D97-AF65-F5344CB8AC3E}">
        <p14:creationId xmlns:p14="http://schemas.microsoft.com/office/powerpoint/2010/main" val="3363041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0387-D3BE-AEA0-53F6-4DBC795D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B2877-CAFD-B258-B5AB-C2515433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Noise</a:t>
            </a:r>
          </a:p>
        </p:txBody>
      </p:sp>
      <p:pic>
        <p:nvPicPr>
          <p:cNvPr id="6" name="Content Placeholder 5" descr="A graph showing the temperature&#10;&#10;Description automatically generated with medium confidence">
            <a:extLst>
              <a:ext uri="{FF2B5EF4-FFF2-40B4-BE49-F238E27FC236}">
                <a16:creationId xmlns:a16="http://schemas.microsoft.com/office/drawing/2014/main" id="{EEF2BA76-D577-EAF9-9AF5-43D034F9F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29" cy="4351338"/>
          </a:xfrm>
        </p:spPr>
      </p:pic>
    </p:spTree>
    <p:extLst>
      <p:ext uri="{BB962C8B-B14F-4D97-AF65-F5344CB8AC3E}">
        <p14:creationId xmlns:p14="http://schemas.microsoft.com/office/powerpoint/2010/main" val="302390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B29F-BBDB-6F23-B9DD-169EA1553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C7F5-D658-06FB-0216-AA4767922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Noise</a:t>
            </a:r>
          </a:p>
        </p:txBody>
      </p:sp>
      <p:pic>
        <p:nvPicPr>
          <p:cNvPr id="7" name="Content Placeholder 6" descr="A graph showing a large noise&#10;&#10;Description automatically generated with medium confidence">
            <a:extLst>
              <a:ext uri="{FF2B5EF4-FFF2-40B4-BE49-F238E27FC236}">
                <a16:creationId xmlns:a16="http://schemas.microsoft.com/office/drawing/2014/main" id="{A192E8A7-8A70-1CD8-3DAC-00F908909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29" cy="4351338"/>
          </a:xfrm>
        </p:spPr>
      </p:pic>
    </p:spTree>
    <p:extLst>
      <p:ext uri="{BB962C8B-B14F-4D97-AF65-F5344CB8AC3E}">
        <p14:creationId xmlns:p14="http://schemas.microsoft.com/office/powerpoint/2010/main" val="2272934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4961-D9E7-9C80-4BB1-838BA24F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65931-8E00-F985-2A64-63814CCA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KKT-Small Noise</a:t>
            </a:r>
          </a:p>
        </p:txBody>
      </p:sp>
      <p:pic>
        <p:nvPicPr>
          <p:cNvPr id="11" name="Content Placeholder 10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D9FD3874-89BA-2B40-7969-7FAE5069E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930204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24246-202F-94BA-C2EF-8204E2BC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AD03-57E3-BA94-0CFC-43FC641D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NN-Small Noise</a:t>
            </a:r>
          </a:p>
        </p:txBody>
      </p:sp>
      <p:pic>
        <p:nvPicPr>
          <p:cNvPr id="7" name="Content Placeholder 6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3BD87F2-D958-B6F7-9ABC-CAD6B10A5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30946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2B6E-7467-62C6-980C-2CB99DEA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0501-9E1B-84A5-4B09-E35BD99B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NN-Moderate Noise</a:t>
            </a:r>
          </a:p>
        </p:txBody>
      </p:sp>
      <p:pic>
        <p:nvPicPr>
          <p:cNvPr id="6" name="Content Placeholder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D0AC0CEA-7A61-94E2-A3D7-128D58F18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45267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A39B-3076-A0FE-D131-48829864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BC7E-4370-2341-41D2-35A69329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KKT-Moderate Noise</a:t>
            </a:r>
          </a:p>
        </p:txBody>
      </p:sp>
      <p:pic>
        <p:nvPicPr>
          <p:cNvPr id="11" name="Content Placeholder 10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684FAF0-E9C1-222E-43ED-92C3287A7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651434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C644-806F-1C91-6E95-EE0751C5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A872-464C-B521-8FE7-0BC8484FF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NN-Large Noise</a:t>
            </a:r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F534FEE-F292-9FF6-3319-AC2EFFD24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68111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FAD5-35C4-0F14-7553-C332D3896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178D-2F56-6F66-D36A-B0558D92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KKT-Large Noise</a:t>
            </a:r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0ED5CA8-C02D-9685-BB71-55959F4AE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047041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9ADE-2576-A165-DC79-B3370B17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0ADB-4F74-4D78-D06F-7F227F0D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KKT-Bias</a:t>
            </a:r>
          </a:p>
        </p:txBody>
      </p:sp>
      <p:pic>
        <p:nvPicPr>
          <p:cNvPr id="7" name="Content Placeholder 6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8D4EF6F-CFF9-8582-2E1E-601000A98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187976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915E-2575-E433-4966-7D1BD0B9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30E4-D3EC-230E-3C86-1562B02B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KKT-Bias</a:t>
            </a:r>
          </a:p>
        </p:txBody>
      </p:sp>
      <p:pic>
        <p:nvPicPr>
          <p:cNvPr id="6" name="Content Placeholder 5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575FC4FE-4705-377C-D2EF-AAA8A9AD9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76051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26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1/20/2025</vt:lpstr>
      <vt:lpstr>KKT-extrapolate</vt:lpstr>
      <vt:lpstr>KKT-extrapolate</vt:lpstr>
      <vt:lpstr>KKT-extrapolate</vt:lpstr>
      <vt:lpstr>NN-extrapolate</vt:lpstr>
      <vt:lpstr>Noise</vt:lpstr>
      <vt:lpstr>Small Noise</vt:lpstr>
      <vt:lpstr>Small Noise</vt:lpstr>
      <vt:lpstr>Small Noise</vt:lpstr>
      <vt:lpstr>KKT-Small Noise</vt:lpstr>
      <vt:lpstr>NN-Small Noise</vt:lpstr>
      <vt:lpstr>NN-Moderate Noise</vt:lpstr>
      <vt:lpstr>KKT-Moderate Noise</vt:lpstr>
      <vt:lpstr>NN-Large Noise</vt:lpstr>
      <vt:lpstr>KKT-Large Noise</vt:lpstr>
      <vt:lpstr>KKT-Bias</vt:lpstr>
      <vt:lpstr>KKT-Bias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14</cp:revision>
  <dcterms:created xsi:type="dcterms:W3CDTF">2025-01-16T15:20:50Z</dcterms:created>
  <dcterms:modified xsi:type="dcterms:W3CDTF">2025-01-21T18:59:10Z</dcterms:modified>
</cp:coreProperties>
</file>