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DBFF-5339-321A-6BED-B006346E4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91282-0D29-9AF6-1A8E-6B99E720D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63DA7-4D3F-585F-55A8-40A6C71F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44F0F-1CFF-B847-BA2D-CC3803B9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1B047-DD1E-1461-5A94-A7FA1A9E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5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92C5-BFBB-772E-5C48-EB3386F9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32232-FEBD-1945-77DD-28938D0C8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1B21E-A012-7BCD-21CB-FE3E5B7E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F8412-82EC-CF40-7EF4-E482412E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36C81-A81F-0900-9656-F206DC48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5F4F-0A20-B8F3-421C-99F9BFDA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0C171-B548-8898-0BA8-A501B8613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84DBA-1841-C3B8-257C-3C261D96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42E6-A99C-8EF4-C59B-96D64FFB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01526-9DD4-96FD-1DA2-23D1DF70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4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8CB1-D359-98DA-717F-63BFE4AA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CACD-0510-63A9-A2C8-BE3E95048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F2E1B-DAC1-C96F-48BB-5CFD17BF3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C78B5-0DFB-C14B-A5A8-201464F8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DC10D-6F60-1DC9-6F5E-F1D719B3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CC6F2-59E7-83F0-3016-1DF9F377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600D-7DE2-EDEC-9FBD-4600970FB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BFEC6-5070-468E-55FE-71EBAB54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F6C33-EE38-DC2E-DE0B-E9907DC3E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9CD53-826C-6ABF-0603-B2D2CDAE6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51672-0FC8-40AA-795E-A0C880867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555D6-F507-E0F3-DBE7-7465CEF8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0B931-210D-DC22-0729-51F2D67F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6EC985-1005-DF85-8BDB-1C896F84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DE7E-3253-2AA0-D575-54E644DA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BCB0DB-A9C8-09C3-11CE-BF562F8E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7F920-6518-C23A-FD53-24DC4FD1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D95CF-18F5-1656-3623-5E85CBFA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2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7A78F-616A-3691-BD63-08102F33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AE0C5-A98F-3964-BAC4-546DA71A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DB6ED-82D8-DA7A-C567-50A0D8BE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8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9065-5CA0-731C-13A2-8691490B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9670-DFFF-349B-5226-E876CF815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5F60D-B37C-1939-031E-9F756015C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08976-D786-BB7B-BB65-00BA85CA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D4186-0E60-9A03-2D8C-F7B9244D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36AF-A381-C179-3076-3266F9CC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2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F335-F9BB-FD75-9985-1ED30660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9C406-9816-57AA-3D05-DCEBA0F7F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4C8AF-0509-1E0B-E84B-F471BB19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6E4E-B3E3-8193-16D1-7E496D6A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35D5C-5B7D-F5E9-BF8D-2A9F13F3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4363B-39F9-7DA9-AAA1-331AAB94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9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1ECB-F0A2-E7C1-FD09-916C6061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D46F4-04C6-1921-88F9-D7C3D36E9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523AC-2938-E901-3BAD-612C62B8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D2660-ED75-1C20-1D08-D25A8712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CBAAC-3DE2-B4FF-849C-48EC3026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9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395BD-DFD0-30EB-BC3E-4E3AF3AF1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D115-6D3D-BED4-49A5-C1CAD6C68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3AA95-25CB-C4C8-E474-B2E368AE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87137-266C-6111-A112-2DE32DB21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4BD6F-1F5B-6C87-49B4-4E30DDFB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BFEAB-90A6-5249-D834-5820FCD4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C280E-AED3-6A95-8B93-B37ABCACF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889E5-C2CD-B1F6-5013-98F672A56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39DAEF-26A3-46C5-B2A0-498E4FE4468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54DC-87DB-647B-3B26-6AC336C38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244D3-49F9-BB61-1523-A6F71824C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4BCA9-0FEA-4527-80D8-9C9AC3AAE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0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4F49-F270-A7C4-B475-DEAC769DB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1/27/2025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DB751-4C6D-2EA6-1DBF-B9AE7CF65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54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B2A6-063C-0C40-FB1B-FC328878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the data more nonlinear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A4230-AD53-728A-5C73-A7FB6F3A8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488" y="1825625"/>
            <a:ext cx="5661023" cy="4351338"/>
          </a:xfrm>
        </p:spPr>
      </p:pic>
    </p:spTree>
    <p:extLst>
      <p:ext uri="{BB962C8B-B14F-4D97-AF65-F5344CB8AC3E}">
        <p14:creationId xmlns:p14="http://schemas.microsoft.com/office/powerpoint/2010/main" val="52065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4C5D-D77F-EA73-A4B0-CE56569B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Extrapolate-KKT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E6A94-2024-97D5-D027-ABC67EE1B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250" b="5607"/>
          <a:stretch/>
        </p:blipFill>
        <p:spPr>
          <a:xfrm>
            <a:off x="3349344" y="1690688"/>
            <a:ext cx="5493312" cy="4353717"/>
          </a:xfrm>
        </p:spPr>
      </p:pic>
    </p:spTree>
    <p:extLst>
      <p:ext uri="{BB962C8B-B14F-4D97-AF65-F5344CB8AC3E}">
        <p14:creationId xmlns:p14="http://schemas.microsoft.com/office/powerpoint/2010/main" val="351249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CC37-92F7-8CCB-7C7A-97FA0B1E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Extrapolate-NN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752C53-A3B7-6069-90AC-BEF9E3058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3BE97E-975E-F84C-F68A-3FB2362E8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48" y="1856232"/>
            <a:ext cx="5833904" cy="445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1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557E-81B8-48CF-93D2-5CC4DC4A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44CE-E1EE-BCE2-6DE3-92447D06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FE0130-03E8-0404-9F4A-64E149923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C64F45-23E2-C185-D9C3-9FCBFF23B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49" y="1698587"/>
            <a:ext cx="9416902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2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AE8D-14A2-1CCA-348E-5C42506B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5474-210A-5928-CF4A-310B53B0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D7DDC-D48A-039C-3884-BC0D3B30C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F7C15E-811C-858E-DAFD-99640562F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81" y="1690688"/>
            <a:ext cx="9852837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14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1/27/2025</vt:lpstr>
      <vt:lpstr>Make the data more nonlinear</vt:lpstr>
      <vt:lpstr>Extrapolate-KKT</vt:lpstr>
      <vt:lpstr>Extrapolate-NN</vt:lpstr>
      <vt:lpstr>error</vt:lpstr>
      <vt:lpstr>violation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5</cp:revision>
  <dcterms:created xsi:type="dcterms:W3CDTF">2025-01-27T18:50:10Z</dcterms:created>
  <dcterms:modified xsi:type="dcterms:W3CDTF">2025-03-03T22:44:57Z</dcterms:modified>
</cp:coreProperties>
</file>