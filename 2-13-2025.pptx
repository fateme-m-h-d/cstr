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65" r:id="rId13"/>
    <p:sldId id="272" r:id="rId14"/>
    <p:sldId id="266" r:id="rId15"/>
    <p:sldId id="267" r:id="rId16"/>
    <p:sldId id="268" r:id="rId17"/>
    <p:sldId id="269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72B2-7801-ED94-2BA5-21B138948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0E556-2C0A-1B5D-6481-1CC92BF86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8A1B7-D671-5F9D-6600-8BB83D562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58C6-1B86-4DC4-8720-C105026F6BD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4A38B-A57F-DE8B-BAA6-F6033AB9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CDF63-CAFB-685A-AA59-8A220AE7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21EB-C9D2-452F-B74C-81BC69BC4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9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9046-07FA-CA0D-01E6-D447595A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AAC26-FE17-FFBE-5B2E-CE98DB80F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DCC37-3A5C-BA24-6077-F955399CE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58C6-1B86-4DC4-8720-C105026F6BD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421F2-12C0-7A65-EBEA-391FB101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996C-293E-A3FD-3AC1-9DC1A65FB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21EB-C9D2-452F-B74C-81BC69BC4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70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6FE34-BADD-AC06-C4B0-73436DD2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BA523-9ADB-E57D-5A9E-EF16095E5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2861E-E861-B051-352F-0BBF8E3C8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58C6-1B86-4DC4-8720-C105026F6BD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D31C5-B538-950B-8EE6-AC79FE89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262C6-8FF2-0CBA-B589-E61BA96BF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21EB-C9D2-452F-B74C-81BC69BC4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74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57B0F-EE2E-B984-5422-C3CF3836C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67369-D914-7818-A3F0-C93A9F5DB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E4343-C6E3-26BE-06DD-FFF04D522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A2E57-2D12-9320-DA9D-1632CBC49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58C6-1B86-4DC4-8720-C105026F6BD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79B55-484E-2BCA-415E-5B54CF10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EB1DD-82B9-B843-0641-EE938A23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21EB-C9D2-452F-B74C-81BC69BC4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714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FEFD2-BB3D-8DE6-7273-04AD3DB9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21C0A-F046-C84B-30E1-A148947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6F306-FCF8-4DE5-A658-B6DDF938A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B43AC8-52BD-A556-AF4B-F8EB5F60CF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3C0B2-B7D2-7AD3-99FD-BDE8A01D6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E52F7A-FAB8-3902-13ED-77E825F1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58C6-1B86-4DC4-8720-C105026F6BD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1F824-C38E-9FED-FFD3-DCC6926B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7546B2-3FB6-12DC-DCE6-DC234E62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21EB-C9D2-452F-B74C-81BC69BC4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0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CEA2-1567-D264-D9F2-2DD8AE672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1FFDB-30D3-98B5-7A6A-81B43198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58C6-1B86-4DC4-8720-C105026F6BD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12959-E114-2FD0-65CB-FBEF2460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82E86-BD0C-830E-8608-98EEFD8B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21EB-C9D2-452F-B74C-81BC69BC4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15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89AE51-6160-5D3C-AAC8-630015EEF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58C6-1B86-4DC4-8720-C105026F6BD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85B948-089D-02C6-F6DD-21548EA2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3FCBC-013D-2E4E-FCE0-260E2FC99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21EB-C9D2-452F-B74C-81BC69BC4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29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4BCAF-8167-5822-607B-01C7E444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1131F-E2BA-95C9-0140-608A1D006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EB41F-9130-FED3-5FE1-80CF2F64E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31CAB-710C-71FF-00A3-DC4F0F7E8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58C6-1B86-4DC4-8720-C105026F6BD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569B7-CEE2-97CF-95DE-F4055073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DFA68-E139-3F1E-F6B1-1CD9143BF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21EB-C9D2-452F-B74C-81BC69BC4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17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2F029-C5B0-5739-952E-148D336E7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52229-4A3C-EA81-E4D5-CB41E9566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30C56-6574-D71E-3AE2-2121B8A73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37BE1-AAF3-933F-609F-8315B9147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58C6-1B86-4DC4-8720-C105026F6BD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FD08F-D429-3813-8F4D-E0E8365C6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8A1E0-0C30-F87F-F597-22B59641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21EB-C9D2-452F-B74C-81BC69BC4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51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E157A-C5A3-2CCA-0307-30DCEB595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74576-1A8E-3A84-6C5F-52CCFA572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7F22-BAE8-E32D-A069-8BACDC89C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58C6-1B86-4DC4-8720-C105026F6BD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50BB0-1C7E-12DC-9CBF-1D58824EC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126A5-BB6E-5DD6-CD41-23C957ED4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21EB-C9D2-452F-B74C-81BC69BC4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7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080669-0DE1-3325-9F5C-42AABEC14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A4835-1FAC-A885-3EF9-425052F24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26285-8BDB-F55A-1D6F-86ECFDF4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358C6-1B86-4DC4-8720-C105026F6BD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63D98-2FAB-D5C6-F4BD-13F51D4D4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12D52-6040-E43D-0810-5409C3D7D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A21EB-C9D2-452F-B74C-81BC69BC4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B8A0E-6C10-4957-C43B-4E29DCEF7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A78C6-20B5-19C5-EE55-084EA1269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5B2A1-9837-6E8F-5626-786052D6C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358C6-1B86-4DC4-8720-C105026F6BD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FC7DD-1C45-486F-D66B-13AE7A138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99DF6-36F8-F7FC-17A9-8DB9F01A42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9A21EB-C9D2-452F-B74C-81BC69BC4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97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B81C2-7928-1A46-7066-2177CF6E28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2/13/2025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0B0B7-2804-1A31-334A-60E1257D8F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70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4F42-90E6-ACCB-25C9-A4D0E628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data- linear constraint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BD0461-E76E-A19F-FF28-C6C2DFC51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8839" y="1825625"/>
            <a:ext cx="9154321" cy="4351338"/>
          </a:xfrm>
        </p:spPr>
      </p:pic>
    </p:spTree>
    <p:extLst>
      <p:ext uri="{BB962C8B-B14F-4D97-AF65-F5344CB8AC3E}">
        <p14:creationId xmlns:p14="http://schemas.microsoft.com/office/powerpoint/2010/main" val="3691796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4EDE5-6F26-2CBF-9002-E5735BFCB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data- linear constraint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7ECDA7-04D5-AEA0-413E-7B7F03624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2592" y="1825625"/>
            <a:ext cx="9026816" cy="4351338"/>
          </a:xfrm>
        </p:spPr>
      </p:pic>
    </p:spTree>
    <p:extLst>
      <p:ext uri="{BB962C8B-B14F-4D97-AF65-F5344CB8AC3E}">
        <p14:creationId xmlns:p14="http://schemas.microsoft.com/office/powerpoint/2010/main" val="311634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7AA89-2A9D-0F08-BEDA-A746C2F74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data- linear constraint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EDC437-204D-B091-C70F-0FFC4D7D37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2351" y="1825625"/>
            <a:ext cx="8807298" cy="4351338"/>
          </a:xfrm>
        </p:spPr>
      </p:pic>
    </p:spTree>
    <p:extLst>
      <p:ext uri="{BB962C8B-B14F-4D97-AF65-F5344CB8AC3E}">
        <p14:creationId xmlns:p14="http://schemas.microsoft.com/office/powerpoint/2010/main" val="1676046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61B58-4A86-DF2B-3108-5614317F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Noise- linear constraint- </a:t>
            </a:r>
            <a:r>
              <a:rPr lang="en-US" dirty="0" err="1"/>
              <a:t>kkt</a:t>
            </a:r>
            <a:r>
              <a:rPr lang="en-US" dirty="0"/>
              <a:t> better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075F20-0843-BAA3-8504-3937FD84B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6923" y="1825625"/>
            <a:ext cx="9038153" cy="4351338"/>
          </a:xfrm>
        </p:spPr>
      </p:pic>
    </p:spTree>
    <p:extLst>
      <p:ext uri="{BB962C8B-B14F-4D97-AF65-F5344CB8AC3E}">
        <p14:creationId xmlns:p14="http://schemas.microsoft.com/office/powerpoint/2010/main" val="507532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B9BEE-770B-5BAF-004E-3375F8F1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Noise- linear constraint- </a:t>
            </a:r>
            <a:r>
              <a:rPr lang="en-US" dirty="0" err="1"/>
              <a:t>kkt</a:t>
            </a:r>
            <a:r>
              <a:rPr lang="en-US" dirty="0"/>
              <a:t> better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731B6E-59FF-5CB4-F372-9C5F37FC7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4683" y="1825625"/>
            <a:ext cx="9102633" cy="4351338"/>
          </a:xfrm>
        </p:spPr>
      </p:pic>
    </p:spTree>
    <p:extLst>
      <p:ext uri="{BB962C8B-B14F-4D97-AF65-F5344CB8AC3E}">
        <p14:creationId xmlns:p14="http://schemas.microsoft.com/office/powerpoint/2010/main" val="3813995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2BF5-77B6-E24E-1EFE-2DBC52E32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Noise- linear constraint-KKT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757A98-5E0C-8379-E9D0-DB6B13373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9133" y="1825625"/>
            <a:ext cx="8993734" cy="4351338"/>
          </a:xfrm>
        </p:spPr>
      </p:pic>
    </p:spTree>
    <p:extLst>
      <p:ext uri="{BB962C8B-B14F-4D97-AF65-F5344CB8AC3E}">
        <p14:creationId xmlns:p14="http://schemas.microsoft.com/office/powerpoint/2010/main" val="834224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908B1-4445-5CAA-6A52-551003008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Noise- linear constraint-NN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876EB5-C26A-86E2-EB35-237723BC6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4931" y="1825625"/>
            <a:ext cx="9322137" cy="4351338"/>
          </a:xfrm>
        </p:spPr>
      </p:pic>
    </p:spTree>
    <p:extLst>
      <p:ext uri="{BB962C8B-B14F-4D97-AF65-F5344CB8AC3E}">
        <p14:creationId xmlns:p14="http://schemas.microsoft.com/office/powerpoint/2010/main" val="2344241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418E2-9A01-2D90-2079-D9C2397B4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Their work-CSTR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C2AEA7-1FF6-4EF7-668C-4BD64ADFB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5660" y="1825625"/>
            <a:ext cx="9300680" cy="4351338"/>
          </a:xfrm>
        </p:spPr>
      </p:pic>
    </p:spTree>
    <p:extLst>
      <p:ext uri="{BB962C8B-B14F-4D97-AF65-F5344CB8AC3E}">
        <p14:creationId xmlns:p14="http://schemas.microsoft.com/office/powerpoint/2010/main" val="1476095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4FD13-A324-5A5F-A950-483E0CCD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run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1D6666-D755-0844-C0FE-5B323D839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5023" y="1825625"/>
            <a:ext cx="9561953" cy="4351338"/>
          </a:xfrm>
        </p:spPr>
      </p:pic>
    </p:spTree>
    <p:extLst>
      <p:ext uri="{BB962C8B-B14F-4D97-AF65-F5344CB8AC3E}">
        <p14:creationId xmlns:p14="http://schemas.microsoft.com/office/powerpoint/2010/main" val="2850520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3BF3-D0AA-8C01-251D-BCA986B1E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run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2F1500-43FB-5CAC-E437-B1685329EC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7569" y="1825625"/>
            <a:ext cx="8796861" cy="4351338"/>
          </a:xfrm>
        </p:spPr>
      </p:pic>
    </p:spTree>
    <p:extLst>
      <p:ext uri="{BB962C8B-B14F-4D97-AF65-F5344CB8AC3E}">
        <p14:creationId xmlns:p14="http://schemas.microsoft.com/office/powerpoint/2010/main" val="314250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BF3E0-E2AC-694D-4535-0BEA2E867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Their work-</a:t>
            </a:r>
            <a:r>
              <a:rPr lang="en-US" dirty="0" err="1"/>
              <a:t>cstr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24BBE5-B212-33B2-3383-F9D9E3092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8382" y="1825625"/>
            <a:ext cx="8595235" cy="4351338"/>
          </a:xfrm>
        </p:spPr>
      </p:pic>
    </p:spTree>
    <p:extLst>
      <p:ext uri="{BB962C8B-B14F-4D97-AF65-F5344CB8AC3E}">
        <p14:creationId xmlns:p14="http://schemas.microsoft.com/office/powerpoint/2010/main" val="1453629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63D8-CCCE-325A-2572-92954648E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Noisy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067636-0D66-59DB-E942-C809641A1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9851" y="1825625"/>
            <a:ext cx="9152297" cy="4351338"/>
          </a:xfrm>
        </p:spPr>
      </p:pic>
    </p:spTree>
    <p:extLst>
      <p:ext uri="{BB962C8B-B14F-4D97-AF65-F5344CB8AC3E}">
        <p14:creationId xmlns:p14="http://schemas.microsoft.com/office/powerpoint/2010/main" val="151822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4C39-F63D-C896-7B3A-FF2A8A6C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Their work-plant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90B142-8A53-A5AA-8D69-296ED8367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864" y="1825625"/>
            <a:ext cx="9262271" cy="4351338"/>
          </a:xfrm>
        </p:spPr>
      </p:pic>
    </p:spTree>
    <p:extLst>
      <p:ext uri="{BB962C8B-B14F-4D97-AF65-F5344CB8AC3E}">
        <p14:creationId xmlns:p14="http://schemas.microsoft.com/office/powerpoint/2010/main" val="3553053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39A48-3372-6454-8101-010C5691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Their work-plant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5B7138-DA2E-3954-CC39-04EB2045B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1030" y="1825625"/>
            <a:ext cx="9329940" cy="4351338"/>
          </a:xfrm>
        </p:spPr>
      </p:pic>
    </p:spTree>
    <p:extLst>
      <p:ext uri="{BB962C8B-B14F-4D97-AF65-F5344CB8AC3E}">
        <p14:creationId xmlns:p14="http://schemas.microsoft.com/office/powerpoint/2010/main" val="2868575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58023-5FE0-3508-2104-C51D65D85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Their work-distillation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559759-D1AD-0612-A2C6-57208795C5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0378" y="1825625"/>
            <a:ext cx="8631244" cy="4351338"/>
          </a:xfrm>
        </p:spPr>
      </p:pic>
    </p:spTree>
    <p:extLst>
      <p:ext uri="{BB962C8B-B14F-4D97-AF65-F5344CB8AC3E}">
        <p14:creationId xmlns:p14="http://schemas.microsoft.com/office/powerpoint/2010/main" val="3629789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C3D0-BA65-83A6-3072-067058148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35C410-BC6E-18A3-79BC-7D109DE4B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7979" y="1825625"/>
            <a:ext cx="9156042" cy="4351338"/>
          </a:xfrm>
        </p:spPr>
      </p:pic>
    </p:spTree>
    <p:extLst>
      <p:ext uri="{BB962C8B-B14F-4D97-AF65-F5344CB8AC3E}">
        <p14:creationId xmlns:p14="http://schemas.microsoft.com/office/powerpoint/2010/main" val="2811424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CE36A-5375-0C52-B8F7-F6634E63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size= dataset size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5525F0-85BA-FF51-9245-62EC34ECC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6467" y="1825625"/>
            <a:ext cx="8479065" cy="4351338"/>
          </a:xfrm>
        </p:spPr>
      </p:pic>
    </p:spTree>
    <p:extLst>
      <p:ext uri="{BB962C8B-B14F-4D97-AF65-F5344CB8AC3E}">
        <p14:creationId xmlns:p14="http://schemas.microsoft.com/office/powerpoint/2010/main" val="151547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EE08C-DE05-DB80-2D11-BBBCB131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size= dataset size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E8E107-F070-24C7-266C-D4876128B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5856" y="1825625"/>
            <a:ext cx="8500287" cy="4351338"/>
          </a:xfrm>
        </p:spPr>
      </p:pic>
    </p:spTree>
    <p:extLst>
      <p:ext uri="{BB962C8B-B14F-4D97-AF65-F5344CB8AC3E}">
        <p14:creationId xmlns:p14="http://schemas.microsoft.com/office/powerpoint/2010/main" val="3230294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D687A-B0C8-C26D-08E3-B9259B057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run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2D60F3-1930-03A0-B5F6-F031D412E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3976" y="1825625"/>
            <a:ext cx="8424047" cy="4351338"/>
          </a:xfrm>
        </p:spPr>
      </p:pic>
    </p:spTree>
    <p:extLst>
      <p:ext uri="{BB962C8B-B14F-4D97-AF65-F5344CB8AC3E}">
        <p14:creationId xmlns:p14="http://schemas.microsoft.com/office/powerpoint/2010/main" val="1756976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EF9E9-30E1-2899-63A5-D278C462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Optimizer= SGD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4A03C6-FF50-1AB2-5E03-1F5C0A0F08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1926" y="1825625"/>
            <a:ext cx="8248148" cy="4351338"/>
          </a:xfrm>
        </p:spPr>
      </p:pic>
    </p:spTree>
    <p:extLst>
      <p:ext uri="{BB962C8B-B14F-4D97-AF65-F5344CB8AC3E}">
        <p14:creationId xmlns:p14="http://schemas.microsoft.com/office/powerpoint/2010/main" val="1669863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7B889-BFB2-F05F-3D6F-B3C9C006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Optimizer= SGD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08B6EB-27AF-71FA-5ABD-D9367E5BD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3597" y="1825625"/>
            <a:ext cx="8484806" cy="4351338"/>
          </a:xfrm>
        </p:spPr>
      </p:pic>
    </p:spTree>
    <p:extLst>
      <p:ext uri="{BB962C8B-B14F-4D97-AF65-F5344CB8AC3E}">
        <p14:creationId xmlns:p14="http://schemas.microsoft.com/office/powerpoint/2010/main" val="1501161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65D6-FCCB-0576-C559-45738A307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run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570685-991E-0C6F-CFB0-FF33591DE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1636" y="1825625"/>
            <a:ext cx="8308728" cy="4351338"/>
          </a:xfrm>
        </p:spPr>
      </p:pic>
    </p:spTree>
    <p:extLst>
      <p:ext uri="{BB962C8B-B14F-4D97-AF65-F5344CB8AC3E}">
        <p14:creationId xmlns:p14="http://schemas.microsoft.com/office/powerpoint/2010/main" val="2692341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EE328-9B39-819D-AB8C-404A4A79B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run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A1D1A8-8F3F-A3BC-4AC8-673D74517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9561" y="1825625"/>
            <a:ext cx="8572877" cy="4351338"/>
          </a:xfrm>
        </p:spPr>
      </p:pic>
    </p:spTree>
    <p:extLst>
      <p:ext uri="{BB962C8B-B14F-4D97-AF65-F5344CB8AC3E}">
        <p14:creationId xmlns:p14="http://schemas.microsoft.com/office/powerpoint/2010/main" val="1541113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2743</TotalTime>
  <Words>71</Words>
  <Application>Microsoft Office PowerPoint</Application>
  <PresentationFormat>Widescreen</PresentationFormat>
  <Paragraphs>23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2/13/2025</vt:lpstr>
      <vt:lpstr>Clean data- linear constraint</vt:lpstr>
      <vt:lpstr>Clean data- linear constraint</vt:lpstr>
      <vt:lpstr>Clean data- linear constraint</vt:lpstr>
      <vt:lpstr>Large Noise- linear constraint- kkt better</vt:lpstr>
      <vt:lpstr>Large Noise- linear constraint- kkt better</vt:lpstr>
      <vt:lpstr>Large Noise- linear constraint-KKT</vt:lpstr>
      <vt:lpstr>Large Noise- linear constraint-NN</vt:lpstr>
      <vt:lpstr>Their work-CSTR</vt:lpstr>
      <vt:lpstr>Another run</vt:lpstr>
      <vt:lpstr>Another run</vt:lpstr>
      <vt:lpstr>Their work-cstr</vt:lpstr>
      <vt:lpstr>Noisy data</vt:lpstr>
      <vt:lpstr>Their work-plant</vt:lpstr>
      <vt:lpstr>Their work-plant</vt:lpstr>
      <vt:lpstr>Their work-distillation</vt:lpstr>
      <vt:lpstr>PowerPoint Presentation</vt:lpstr>
      <vt:lpstr>Batch size= dataset size</vt:lpstr>
      <vt:lpstr>Batch size= dataset size</vt:lpstr>
      <vt:lpstr>Another run</vt:lpstr>
      <vt:lpstr>Optimizer= SGD</vt:lpstr>
      <vt:lpstr>Optimizer= SGD</vt:lpstr>
      <vt:lpstr>Another run</vt:lpstr>
      <vt:lpstr>Another run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24</cp:revision>
  <dcterms:created xsi:type="dcterms:W3CDTF">2025-02-12T16:24:31Z</dcterms:created>
  <dcterms:modified xsi:type="dcterms:W3CDTF">2025-02-14T17:27:59Z</dcterms:modified>
</cp:coreProperties>
</file>