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9" r:id="rId14"/>
    <p:sldId id="268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96685-48A4-A16F-48CE-59671B3D7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88F9B-2745-EDB4-DF36-E38163E5E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6E92E-4378-D8A3-8519-94C94FF40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70A31-1102-4937-9D65-B6852FD6D7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C719F-2383-1CCE-512A-DDE5EDD6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DAEE4-3F8F-A0E6-DFC5-58394C7C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3285-6B16-46EB-B307-FB94CCBC5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969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D49FD-ABC6-35ED-F5A0-3183DBA33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64FB7-B216-3A94-5D7D-579EC082A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7CDB5-5206-8D43-010D-A8EB4A751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70A31-1102-4937-9D65-B6852FD6D7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E2C94-C33D-C621-D5F7-3EACA155A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C29C8-BEF9-1D60-0C78-56E48CEA9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3285-6B16-46EB-B307-FB94CCBC5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5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A9F06-BC8E-B523-27EE-8AAA32F34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F688F-BE33-C5BF-7F64-13FA6F1D4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FB9E1-25B5-39D8-B0D3-48421890C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70A31-1102-4937-9D65-B6852FD6D7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21F24-81C4-A9BE-3670-1F9142F8A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EFEE7-42E7-7C13-0B45-51D350BC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3285-6B16-46EB-B307-FB94CCBC5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87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E66B7-86E0-C427-A65F-7FF20D041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0E6E2-8E7C-6557-F939-8414CD738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FDB27-4FEE-A11D-0882-4EE873D58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3DA1D-0148-49BD-C9AA-D68D5319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70A31-1102-4937-9D65-B6852FD6D7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F2F15-D143-237C-FA2F-1B97F5DA1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A620C-19D6-D11A-F7AC-659D40B2C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3285-6B16-46EB-B307-FB94CCBC5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40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2F265-3D24-AA86-4628-6CEB05B5D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E0CFC-DC25-9EA9-EC72-916A29584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68E87-A7C4-EEFC-6CC8-234CB98AB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B812C8-4205-9626-C454-74B080278A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10AC6C-0F5E-F447-A2E1-EB10E28EAD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E1FC23-90E0-2FEF-CD60-42E458614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70A31-1102-4937-9D65-B6852FD6D7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89FC65-91B9-5471-564F-0028DC457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515057-6A0C-9E1E-971F-79C218B35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3285-6B16-46EB-B307-FB94CCBC5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41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C8B6-BCCD-5B36-67FD-2748CC5ED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92BF21-451C-2607-5F77-E05788D65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70A31-1102-4937-9D65-B6852FD6D7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F67242-CFED-8870-D9A5-794C14A1C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C9869-2129-6E71-33F5-5964F112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3285-6B16-46EB-B307-FB94CCBC5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706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DB532D-4BD5-93F5-6C8F-08053DCFD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70A31-1102-4937-9D65-B6852FD6D7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7F2148-5549-8051-D821-BB14426D6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7A995-7882-4114-E07A-F59A5CDDC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3285-6B16-46EB-B307-FB94CCBC5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94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2B1F7-6B6A-7274-EF99-7DAB4950D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ACD0C-C726-CC26-2CB2-5A8365AFB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9FF34-11DA-8848-73D3-C9082CE2C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78A3A-6911-C7D1-A047-B61B8F28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70A31-1102-4937-9D65-B6852FD6D7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DCBBE-6F62-4DD7-A9D8-A874503A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99D21-032B-2278-B2D6-38CEAA3FA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3285-6B16-46EB-B307-FB94CCBC5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41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41DFB-8D3F-6B74-6651-606C4DE37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1E6FD1-1C5F-2DE6-6FA0-57E7705045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660CE-85D4-F041-A765-244AAF5C9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B42B6-862D-D239-685B-176B016ED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70A31-1102-4937-9D65-B6852FD6D7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B22EF-45FE-461D-14DB-DDB1644E4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93E22-EA83-0F23-A529-35732DC29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3285-6B16-46EB-B307-FB94CCBC5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234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69430-42F3-2166-10CC-1498C6072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5CE18-4E1E-E9E6-598C-0C8F480CC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A0CD7-1F17-CBE7-5474-7F14197A3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70A31-1102-4937-9D65-B6852FD6D7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CD892-798D-B74C-1702-FF6185EC2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D538D-7F77-F74B-3D76-FD4974948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3285-6B16-46EB-B307-FB94CCBC5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76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9E17B9-C29B-E6CC-6052-82AA999BD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6F5C84-3108-AD6C-DA45-9123CCBAC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9C32C-D170-B512-F765-959406B62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70A31-1102-4937-9D65-B6852FD6D7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A19E6-DFA4-726A-84E1-2CAE6752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EF778-F4F4-15C1-A20D-705E5A9E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3285-6B16-46EB-B307-FB94CCBC5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587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EF9BE7-2089-3397-35A2-D0555620E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91F67-824D-0716-6D63-0DBBC318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A4847-5DB7-471D-991C-9FBA607C8D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C70A31-1102-4937-9D65-B6852FD6D7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96AC5-988F-296F-44D7-75C92B5A22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1A14E-3A83-ACEF-7B8B-F25B15AD6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BA3285-6B16-46EB-B307-FB94CCBC5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157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E786-0D74-8B5C-B23D-D2A41ED337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2/3/2025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8EB5C0-4798-F228-D81A-11B5A69C89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42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874EF-5002-FE4C-3EBC-97BB9E440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Error-simple case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92A5257-D65A-6B41-8C19-024B9FB076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611894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67A3D-6072-E3F1-668F-50FDC87D1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Violation-simple case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F3E6733-2AFF-120A-9D82-D2F48453E4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688885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9E8BE-2673-7C0A-6F7F-27C5733C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KKT- simple case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14B18C2-92FC-2EC0-1764-4A8901BC32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595703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20D91-D31D-01D6-0DA3-796E69CB6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NN- simple case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7FEB96-A19C-2EE5-6D49-47F67FE94C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85690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83581-B443-1FE9-C091-768FF990D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noisy data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6DE87D6-93F0-802B-AC8F-0B432F752B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653475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85334-08C7-3A9A-DC29-3F857145F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noisy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B42600-42FE-8E04-B91C-C4D3624574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084903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9DDCD-FB49-435C-3441-07FD23E7B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noisy data-</a:t>
            </a:r>
            <a:r>
              <a:rPr lang="en-US" dirty="0" err="1"/>
              <a:t>kkt</a:t>
            </a:r>
            <a:r>
              <a:rPr lang="en-US" dirty="0"/>
              <a:t>-linear constraint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017927-2A16-8558-FA48-EEFA72FCA2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228892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F846F-33E9-D9A5-3CAA-F9C074921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noisy data-NN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AE50CA-64DB-3F82-0C64-0E6C89A34B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986617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45E2E-A52C-6325-AC78-87F5970FA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case- </a:t>
            </a:r>
            <a:r>
              <a:rPr lang="en-US" dirty="0" err="1"/>
              <a:t>kkt</a:t>
            </a:r>
            <a:r>
              <a:rPr lang="en-US" dirty="0"/>
              <a:t>- nonlinear constraint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6D4434-E711-94DB-4C4D-28FEF5EF9C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49710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8CCAF-19EC-98A0-C977-ACE9BCA35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case- </a:t>
            </a:r>
            <a:r>
              <a:rPr lang="en-US" dirty="0" err="1"/>
              <a:t>kkt</a:t>
            </a:r>
            <a:r>
              <a:rPr lang="en-US" dirty="0"/>
              <a:t>- nonlinear constraint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BF4DD2-1BA1-6371-93CD-64EBC9DD75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716982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C0EAF-727F-6C0D-EA5F-A46B05C9D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case- both constraints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299AAC-24FE-FB39-ACB6-F1CBA5B973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623" y="1825625"/>
            <a:ext cx="8190753" cy="4351338"/>
          </a:xfrm>
        </p:spPr>
      </p:pic>
    </p:spTree>
    <p:extLst>
      <p:ext uri="{BB962C8B-B14F-4D97-AF65-F5344CB8AC3E}">
        <p14:creationId xmlns:p14="http://schemas.microsoft.com/office/powerpoint/2010/main" val="2997819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1688D-61D5-4F66-742F-1CAEDD376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case- both constraints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A45E26-A15A-9FEB-3FC9-0FFAB36AD1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623" y="1825625"/>
            <a:ext cx="8190753" cy="4351338"/>
          </a:xfrm>
        </p:spPr>
      </p:pic>
    </p:spTree>
    <p:extLst>
      <p:ext uri="{BB962C8B-B14F-4D97-AF65-F5344CB8AC3E}">
        <p14:creationId xmlns:p14="http://schemas.microsoft.com/office/powerpoint/2010/main" val="4132039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A37E5-CFB7-7E85-E508-AD265462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case- both constraints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403A2CC-8A72-1D3D-5FA8-4C22824197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623" y="1825625"/>
            <a:ext cx="8190753" cy="4351338"/>
          </a:xfrm>
        </p:spPr>
      </p:pic>
    </p:spTree>
    <p:extLst>
      <p:ext uri="{BB962C8B-B14F-4D97-AF65-F5344CB8AC3E}">
        <p14:creationId xmlns:p14="http://schemas.microsoft.com/office/powerpoint/2010/main" val="683148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1ED12-F0BB-A51A-8260-D8F59049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Scarcity- linear constraint- KKT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4F64B4-38A0-0D96-FAF8-56DB1C876F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623" y="1825625"/>
            <a:ext cx="8190753" cy="4351338"/>
          </a:xfrm>
        </p:spPr>
      </p:pic>
    </p:spTree>
    <p:extLst>
      <p:ext uri="{BB962C8B-B14F-4D97-AF65-F5344CB8AC3E}">
        <p14:creationId xmlns:p14="http://schemas.microsoft.com/office/powerpoint/2010/main" val="1854992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746C6-2AAB-1C8E-85E9-19028AEB6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Scarcity- linear constraint- NN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B88C61-AA92-B78E-6063-11CF2BEFAE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623" y="1825625"/>
            <a:ext cx="8190753" cy="4351338"/>
          </a:xfrm>
        </p:spPr>
      </p:pic>
    </p:spTree>
    <p:extLst>
      <p:ext uri="{BB962C8B-B14F-4D97-AF65-F5344CB8AC3E}">
        <p14:creationId xmlns:p14="http://schemas.microsoft.com/office/powerpoint/2010/main" val="3804826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C802D-C64C-3602-76F1-DD724ACF5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Scarcity- linear constraint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604548-8FBF-C731-76FF-E65CFFDAC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623" y="1825625"/>
            <a:ext cx="8190753" cy="4351338"/>
          </a:xfrm>
        </p:spPr>
      </p:pic>
    </p:spTree>
    <p:extLst>
      <p:ext uri="{BB962C8B-B14F-4D97-AF65-F5344CB8AC3E}">
        <p14:creationId xmlns:p14="http://schemas.microsoft.com/office/powerpoint/2010/main" val="967215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7E5DB-40CF-1677-FAE0-EA54633EE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Scarcity- linear constraint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C1034E-533E-77E5-278C-42E72546EA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623" y="1825625"/>
            <a:ext cx="8190753" cy="4351338"/>
          </a:xfrm>
        </p:spPr>
      </p:pic>
    </p:spTree>
    <p:extLst>
      <p:ext uri="{BB962C8B-B14F-4D97-AF65-F5344CB8AC3E}">
        <p14:creationId xmlns:p14="http://schemas.microsoft.com/office/powerpoint/2010/main" val="2029533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1569</TotalTime>
  <Words>60</Words>
  <Application>Microsoft Office PowerPoint</Application>
  <PresentationFormat>Widescreen</PresentationFormat>
  <Paragraphs>18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2/3/2025</vt:lpstr>
      <vt:lpstr>Error-simple case</vt:lpstr>
      <vt:lpstr>Violation-simple case</vt:lpstr>
      <vt:lpstr>KKT- simple case</vt:lpstr>
      <vt:lpstr>NN- simple case</vt:lpstr>
      <vt:lpstr>Small noisy data</vt:lpstr>
      <vt:lpstr>Small noisy data</vt:lpstr>
      <vt:lpstr>Small noisy data-kkt-linear constraint</vt:lpstr>
      <vt:lpstr>Small noisy data-NN</vt:lpstr>
      <vt:lpstr>Simple case- kkt- nonlinear constraint</vt:lpstr>
      <vt:lpstr>Simple case- kkt- nonlinear constraint</vt:lpstr>
      <vt:lpstr>Simple case- both constraints</vt:lpstr>
      <vt:lpstr>Simple case- both constraints</vt:lpstr>
      <vt:lpstr>Simple case- both constraints</vt:lpstr>
      <vt:lpstr>Scarcity- linear constraint- KKT</vt:lpstr>
      <vt:lpstr>Scarcity- linear constraint- NN</vt:lpstr>
      <vt:lpstr>Scarcity- linear constraint</vt:lpstr>
      <vt:lpstr>Scarcity- linear constraint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Mohammad Mohammadi</dc:creator>
  <cp:lastModifiedBy>Fateme Mohammad Mohammadi</cp:lastModifiedBy>
  <cp:revision>29</cp:revision>
  <dcterms:created xsi:type="dcterms:W3CDTF">2025-02-02T17:34:18Z</dcterms:created>
  <dcterms:modified xsi:type="dcterms:W3CDTF">2025-02-03T19:45:03Z</dcterms:modified>
</cp:coreProperties>
</file>