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61"/>
  </p:notesMasterIdLst>
  <p:handoutMasterIdLst>
    <p:handoutMasterId r:id="rId62"/>
  </p:handoutMasterIdLst>
  <p:sldIdLst>
    <p:sldId id="256" r:id="rId5"/>
    <p:sldId id="332" r:id="rId6"/>
    <p:sldId id="330" r:id="rId7"/>
    <p:sldId id="331" r:id="rId8"/>
    <p:sldId id="334" r:id="rId9"/>
    <p:sldId id="335" r:id="rId10"/>
    <p:sldId id="333" r:id="rId11"/>
    <p:sldId id="341" r:id="rId12"/>
    <p:sldId id="340" r:id="rId13"/>
    <p:sldId id="339" r:id="rId14"/>
    <p:sldId id="381" r:id="rId15"/>
    <p:sldId id="382" r:id="rId16"/>
    <p:sldId id="336" r:id="rId17"/>
    <p:sldId id="337" r:id="rId18"/>
    <p:sldId id="338" r:id="rId19"/>
    <p:sldId id="342" r:id="rId20"/>
    <p:sldId id="343" r:id="rId21"/>
    <p:sldId id="344" r:id="rId22"/>
    <p:sldId id="347" r:id="rId23"/>
    <p:sldId id="346" r:id="rId24"/>
    <p:sldId id="345" r:id="rId25"/>
    <p:sldId id="349" r:id="rId26"/>
    <p:sldId id="350" r:id="rId27"/>
    <p:sldId id="348" r:id="rId28"/>
    <p:sldId id="351" r:id="rId29"/>
    <p:sldId id="352" r:id="rId30"/>
    <p:sldId id="353" r:id="rId31"/>
    <p:sldId id="356" r:id="rId32"/>
    <p:sldId id="355" r:id="rId33"/>
    <p:sldId id="354" r:id="rId34"/>
    <p:sldId id="357" r:id="rId35"/>
    <p:sldId id="358" r:id="rId36"/>
    <p:sldId id="359" r:id="rId37"/>
    <p:sldId id="365" r:id="rId38"/>
    <p:sldId id="364" r:id="rId39"/>
    <p:sldId id="363" r:id="rId40"/>
    <p:sldId id="360" r:id="rId41"/>
    <p:sldId id="361" r:id="rId42"/>
    <p:sldId id="362" r:id="rId43"/>
    <p:sldId id="367" r:id="rId44"/>
    <p:sldId id="368" r:id="rId45"/>
    <p:sldId id="366" r:id="rId46"/>
    <p:sldId id="369" r:id="rId47"/>
    <p:sldId id="370" r:id="rId48"/>
    <p:sldId id="371" r:id="rId49"/>
    <p:sldId id="373" r:id="rId50"/>
    <p:sldId id="374" r:id="rId51"/>
    <p:sldId id="372" r:id="rId52"/>
    <p:sldId id="375" r:id="rId53"/>
    <p:sldId id="376" r:id="rId54"/>
    <p:sldId id="377" r:id="rId55"/>
    <p:sldId id="378" r:id="rId56"/>
    <p:sldId id="379" r:id="rId57"/>
    <p:sldId id="380" r:id="rId58"/>
    <p:sldId id="383" r:id="rId59"/>
    <p:sldId id="384"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3F00"/>
    <a:srgbClr val="FFFFFF"/>
    <a:srgbClr val="E4B429"/>
    <a:srgbClr val="FFD54F"/>
    <a:srgbClr val="FFEA3D"/>
    <a:srgbClr val="FFFFAA"/>
    <a:srgbClr val="E0249A"/>
    <a:srgbClr val="0073CF"/>
    <a:srgbClr val="57068C"/>
    <a:srgbClr val="FFDB43"/>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489" autoAdjust="0"/>
  </p:normalViewPr>
  <p:slideViewPr>
    <p:cSldViewPr snapToGrid="0">
      <p:cViewPr varScale="1">
        <p:scale>
          <a:sx n="99" d="100"/>
          <a:sy n="99" d="100"/>
        </p:scale>
        <p:origin x="1032" y="72"/>
      </p:cViewPr>
      <p:guideLst>
        <p:guide orient="horz" pos="2160"/>
        <p:guide pos="3840"/>
      </p:guideLst>
    </p:cSldViewPr>
  </p:slideViewPr>
  <p:notesTextViewPr>
    <p:cViewPr>
      <p:scale>
        <a:sx n="1" d="1"/>
        <a:sy n="1" d="1"/>
      </p:scale>
      <p:origin x="0" y="0"/>
    </p:cViewPr>
  </p:notesTextViewPr>
  <p:sorterViewPr>
    <p:cViewPr>
      <p:scale>
        <a:sx n="30" d="100"/>
        <a:sy n="30" d="100"/>
      </p:scale>
      <p:origin x="0" y="0"/>
    </p:cViewPr>
  </p:sorterViewPr>
  <p:notesViewPr>
    <p:cSldViewPr snapToGrid="0">
      <p:cViewPr varScale="1">
        <p:scale>
          <a:sx n="85" d="100"/>
          <a:sy n="85" d="100"/>
        </p:scale>
        <p:origin x="3928" y="16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0E4E57-1CF6-4440-8310-3CBE926400C3}" type="datetimeFigureOut">
              <a:rPr lang="en-US" smtClean="0"/>
              <a:t>7/17/2025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33DC02-E926-F143-BEA7-834664C012FA}" type="slidenum">
              <a:rPr lang="en-US" smtClean="0"/>
              <a:t>‹#›</a:t>
            </a:fld>
            <a:endParaRPr lang="en-US"/>
          </a:p>
        </p:txBody>
      </p:sp>
    </p:spTree>
    <p:extLst>
      <p:ext uri="{BB962C8B-B14F-4D97-AF65-F5344CB8AC3E}">
        <p14:creationId xmlns:p14="http://schemas.microsoft.com/office/powerpoint/2010/main" val="389412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7/14/2025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 defined the two linearized constraints, one was linearizing the first half, the other was linearizing the second half. Although I used them without specifying the ranges they are related to. Supposedly, they are two different constraints that are active for the whole range.</a:t>
            </a:r>
          </a:p>
          <a:p>
            <a:pPr marL="171450" indent="-171450">
              <a:buFont typeface="Arial" panose="020B0604020202020204" pitchFamily="34" charset="0"/>
              <a:buChar char="•"/>
            </a:pPr>
            <a:r>
              <a:rPr lang="en-US" dirty="0"/>
              <a:t>Interestingly, what I observed was a good model performance for KKT.</a:t>
            </a:r>
          </a:p>
        </p:txBody>
      </p:sp>
      <p:sp>
        <p:nvSpPr>
          <p:cNvPr id="4" name="Slide Number Placeholder 3"/>
          <p:cNvSpPr>
            <a:spLocks noGrp="1"/>
          </p:cNvSpPr>
          <p:nvPr>
            <p:ph type="sldNum" sz="quarter" idx="5"/>
          </p:nvPr>
        </p:nvSpPr>
        <p:spPr/>
        <p:txBody>
          <a:bodyPr/>
          <a:lstStyle/>
          <a:p>
            <a:fld id="{8CCEF7D1-689C-4BC1-B59B-4A4CE078ECDF}" type="slidenum">
              <a:rPr lang="en-US" smtClean="0"/>
              <a:t>2</a:t>
            </a:fld>
            <a:endParaRPr lang="en-US"/>
          </a:p>
        </p:txBody>
      </p:sp>
    </p:spTree>
    <p:extLst>
      <p:ext uri="{BB962C8B-B14F-4D97-AF65-F5344CB8AC3E}">
        <p14:creationId xmlns:p14="http://schemas.microsoft.com/office/powerpoint/2010/main" val="2337693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High violation of constraints: I think it’s because in each range we want to enforce two constraints, however the loss function tries to minimize the loss with respect to the original data, so the loss would be very small.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So, no guarantee of enforcing constraints anymore! It results in the optimal prediction, however it questions the guarantee of KKT method.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3</a:t>
            </a:fld>
            <a:endParaRPr lang="en-US"/>
          </a:p>
        </p:txBody>
      </p:sp>
    </p:spTree>
    <p:extLst>
      <p:ext uri="{BB962C8B-B14F-4D97-AF65-F5344CB8AC3E}">
        <p14:creationId xmlns:p14="http://schemas.microsoft.com/office/powerpoint/2010/main" val="2448725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time, instead of two, I just used one of the constraints, the second one. Again, assuming it could be active for the whole range!</a:t>
            </a:r>
          </a:p>
          <a:p>
            <a:pPr marL="171450" indent="-171450">
              <a:buFont typeface="Arial" panose="020B0604020202020204" pitchFamily="34" charset="0"/>
              <a:buChar char="•"/>
            </a:pPr>
            <a:r>
              <a:rPr lang="en-US" dirty="0"/>
              <a:t>We clearly observe that the MSE increases. However, the violation decreases significantly. My guess is that it’s because the first half is very small with respect to the second half (the x range for the first half is smaller than the second half). Although this constraint is violating the first half, its impact is not that much. (which necessarily it wouldn’t be the case for different case studies, so we have to generalize the linearization approach</a:t>
            </a:r>
            <a:r>
              <a:rPr lang="en-US" dirty="0">
                <a:sym typeface="Wingdings" panose="05000000000000000000" pitchFamily="2" charset="2"/>
              </a:rPr>
              <a:t> using sigmoid functions to turn on and off the constraints</a:t>
            </a:r>
            <a:r>
              <a:rPr lang="en-US" dirty="0"/>
              <a:t>)</a:t>
            </a:r>
          </a:p>
        </p:txBody>
      </p:sp>
      <p:sp>
        <p:nvSpPr>
          <p:cNvPr id="4" name="Slide Number Placeholder 3"/>
          <p:cNvSpPr>
            <a:spLocks noGrp="1"/>
          </p:cNvSpPr>
          <p:nvPr>
            <p:ph type="sldNum" sz="quarter" idx="5"/>
          </p:nvPr>
        </p:nvSpPr>
        <p:spPr/>
        <p:txBody>
          <a:bodyPr/>
          <a:lstStyle/>
          <a:p>
            <a:fld id="{8CCEF7D1-689C-4BC1-B59B-4A4CE078ECDF}" type="slidenum">
              <a:rPr lang="en-US" smtClean="0"/>
              <a:t>5</a:t>
            </a:fld>
            <a:endParaRPr lang="en-US"/>
          </a:p>
        </p:txBody>
      </p:sp>
    </p:spTree>
    <p:extLst>
      <p:ext uri="{BB962C8B-B14F-4D97-AF65-F5344CB8AC3E}">
        <p14:creationId xmlns:p14="http://schemas.microsoft.com/office/powerpoint/2010/main" val="2512765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6</a:t>
            </a:fld>
            <a:endParaRPr lang="en-US"/>
          </a:p>
        </p:txBody>
      </p:sp>
    </p:spTree>
    <p:extLst>
      <p:ext uri="{BB962C8B-B14F-4D97-AF65-F5344CB8AC3E}">
        <p14:creationId xmlns:p14="http://schemas.microsoft.com/office/powerpoint/2010/main" val="1867286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Doing the same, this time, I just used one of the constraints, the first one. Again, assuming it could be active for the whole range!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observe that the KKT error is very high, out of the shown bounds. We can see the order of magnitude in the screenshot of each epoch.</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8</a:t>
            </a:fld>
            <a:endParaRPr lang="en-US"/>
          </a:p>
        </p:txBody>
      </p:sp>
    </p:spTree>
    <p:extLst>
      <p:ext uri="{BB962C8B-B14F-4D97-AF65-F5344CB8AC3E}">
        <p14:creationId xmlns:p14="http://schemas.microsoft.com/office/powerpoint/2010/main" val="3033832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Here, I don’t have any justification in my mind for this low violation!</a:t>
            </a:r>
          </a:p>
        </p:txBody>
      </p:sp>
      <p:sp>
        <p:nvSpPr>
          <p:cNvPr id="4" name="Slide Number Placeholder 3"/>
          <p:cNvSpPr>
            <a:spLocks noGrp="1"/>
          </p:cNvSpPr>
          <p:nvPr>
            <p:ph type="sldNum" sz="quarter" idx="5"/>
          </p:nvPr>
        </p:nvSpPr>
        <p:spPr/>
        <p:txBody>
          <a:bodyPr/>
          <a:lstStyle/>
          <a:p>
            <a:fld id="{8CCEF7D1-689C-4BC1-B59B-4A4CE078ECDF}" type="slidenum">
              <a:rPr lang="en-US" smtClean="0"/>
              <a:t>9</a:t>
            </a:fld>
            <a:endParaRPr lang="en-US"/>
          </a:p>
        </p:txBody>
      </p:sp>
    </p:spTree>
    <p:extLst>
      <p:ext uri="{BB962C8B-B14F-4D97-AF65-F5344CB8AC3E}">
        <p14:creationId xmlns:p14="http://schemas.microsoft.com/office/powerpoint/2010/main" val="115003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To start to generalize the linearization approach, I started with only one constraint.</a:t>
            </a:r>
          </a:p>
        </p:txBody>
      </p:sp>
      <p:sp>
        <p:nvSpPr>
          <p:cNvPr id="4" name="Slide Number Placeholder 3"/>
          <p:cNvSpPr>
            <a:spLocks noGrp="1"/>
          </p:cNvSpPr>
          <p:nvPr>
            <p:ph type="sldNum" sz="quarter" idx="5"/>
          </p:nvPr>
        </p:nvSpPr>
        <p:spPr/>
        <p:txBody>
          <a:bodyPr/>
          <a:lstStyle/>
          <a:p>
            <a:fld id="{8CCEF7D1-689C-4BC1-B59B-4A4CE078ECDF}" type="slidenum">
              <a:rPr lang="en-US" smtClean="0"/>
              <a:t>13</a:t>
            </a:fld>
            <a:endParaRPr lang="en-US"/>
          </a:p>
        </p:txBody>
      </p:sp>
    </p:spTree>
    <p:extLst>
      <p:ext uri="{BB962C8B-B14F-4D97-AF65-F5344CB8AC3E}">
        <p14:creationId xmlns:p14="http://schemas.microsoft.com/office/powerpoint/2010/main" val="1130302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As only one sigmoid is applied (we only have one constraint), which is the inverse sigmoid for the first part, so the effect of second linearized constrain for second half is destroyed! Actually, if we defined the architecture of sigmoid functions in another way, it could work here for the second half. I will try this later. As of now, the architecture is responding to at least two constraint or above. (it’s good to found a bug here </a:t>
            </a:r>
            <a:r>
              <a:rPr lang="en-US" dirty="0">
                <a:sym typeface="Wingdings" panose="05000000000000000000" pitchFamily="2" charset="2"/>
              </a:rPr>
              <a:t></a:t>
            </a:r>
            <a:r>
              <a:rPr lang="en-US" dirty="0"/>
              <a:t>)</a:t>
            </a:r>
          </a:p>
        </p:txBody>
      </p:sp>
      <p:sp>
        <p:nvSpPr>
          <p:cNvPr id="4" name="Slide Number Placeholder 3"/>
          <p:cNvSpPr>
            <a:spLocks noGrp="1"/>
          </p:cNvSpPr>
          <p:nvPr>
            <p:ph type="sldNum" sz="quarter" idx="5"/>
          </p:nvPr>
        </p:nvSpPr>
        <p:spPr/>
        <p:txBody>
          <a:bodyPr/>
          <a:lstStyle/>
          <a:p>
            <a:fld id="{8CCEF7D1-689C-4BC1-B59B-4A4CE078ECDF}" type="slidenum">
              <a:rPr lang="en-US" smtClean="0"/>
              <a:t>15</a:t>
            </a:fld>
            <a:endParaRPr lang="en-US"/>
          </a:p>
        </p:txBody>
      </p:sp>
    </p:spTree>
    <p:extLst>
      <p:ext uri="{BB962C8B-B14F-4D97-AF65-F5344CB8AC3E}">
        <p14:creationId xmlns:p14="http://schemas.microsoft.com/office/powerpoint/2010/main" val="3510141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Same idea to use only one constraint. This time, the first half linearized constraint.</a:t>
            </a:r>
          </a:p>
        </p:txBody>
      </p:sp>
      <p:sp>
        <p:nvSpPr>
          <p:cNvPr id="4" name="Slide Number Placeholder 3"/>
          <p:cNvSpPr>
            <a:spLocks noGrp="1"/>
          </p:cNvSpPr>
          <p:nvPr>
            <p:ph type="sldNum" sz="quarter" idx="5"/>
          </p:nvPr>
        </p:nvSpPr>
        <p:spPr/>
        <p:txBody>
          <a:bodyPr/>
          <a:lstStyle/>
          <a:p>
            <a:fld id="{8CCEF7D1-689C-4BC1-B59B-4A4CE078ECDF}" type="slidenum">
              <a:rPr lang="en-US" smtClean="0"/>
              <a:t>16</a:t>
            </a:fld>
            <a:endParaRPr lang="en-US"/>
          </a:p>
        </p:txBody>
      </p:sp>
    </p:spTree>
    <p:extLst>
      <p:ext uri="{BB962C8B-B14F-4D97-AF65-F5344CB8AC3E}">
        <p14:creationId xmlns:p14="http://schemas.microsoft.com/office/powerpoint/2010/main" val="1991821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result is strange! I didn’t expect that! I expected to see constraint enforcing for the first half, as we have the inverse sigmoid function for first half and the constraint is linearized for the first half.</a:t>
            </a:r>
          </a:p>
        </p:txBody>
      </p:sp>
      <p:sp>
        <p:nvSpPr>
          <p:cNvPr id="4" name="Slide Number Placeholder 3"/>
          <p:cNvSpPr>
            <a:spLocks noGrp="1"/>
          </p:cNvSpPr>
          <p:nvPr>
            <p:ph type="sldNum" sz="quarter" idx="5"/>
          </p:nvPr>
        </p:nvSpPr>
        <p:spPr/>
        <p:txBody>
          <a:bodyPr/>
          <a:lstStyle/>
          <a:p>
            <a:fld id="{8CCEF7D1-689C-4BC1-B59B-4A4CE078ECDF}" type="slidenum">
              <a:rPr lang="en-US" smtClean="0"/>
              <a:t>18</a:t>
            </a:fld>
            <a:endParaRPr lang="en-US"/>
          </a:p>
        </p:txBody>
      </p:sp>
    </p:spTree>
    <p:extLst>
      <p:ext uri="{BB962C8B-B14F-4D97-AF65-F5344CB8AC3E}">
        <p14:creationId xmlns:p14="http://schemas.microsoft.com/office/powerpoint/2010/main" val="4158730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it’s time to use both linearized constraints, activating each for the related range.</a:t>
            </a:r>
          </a:p>
        </p:txBody>
      </p:sp>
      <p:sp>
        <p:nvSpPr>
          <p:cNvPr id="4" name="Slide Number Placeholder 3"/>
          <p:cNvSpPr>
            <a:spLocks noGrp="1"/>
          </p:cNvSpPr>
          <p:nvPr>
            <p:ph type="sldNum" sz="quarter" idx="5"/>
          </p:nvPr>
        </p:nvSpPr>
        <p:spPr/>
        <p:txBody>
          <a:bodyPr/>
          <a:lstStyle/>
          <a:p>
            <a:fld id="{8CCEF7D1-689C-4BC1-B59B-4A4CE078ECDF}" type="slidenum">
              <a:rPr lang="en-US" smtClean="0"/>
              <a:t>19</a:t>
            </a:fld>
            <a:endParaRPr lang="en-US"/>
          </a:p>
        </p:txBody>
      </p:sp>
    </p:spTree>
    <p:extLst>
      <p:ext uri="{BB962C8B-B14F-4D97-AF65-F5344CB8AC3E}">
        <p14:creationId xmlns:p14="http://schemas.microsoft.com/office/powerpoint/2010/main" val="3557689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As we see, the transition points are very sharp, and the model failed to predict the original data.</a:t>
            </a:r>
          </a:p>
        </p:txBody>
      </p:sp>
      <p:sp>
        <p:nvSpPr>
          <p:cNvPr id="4" name="Slide Number Placeholder 3"/>
          <p:cNvSpPr>
            <a:spLocks noGrp="1"/>
          </p:cNvSpPr>
          <p:nvPr>
            <p:ph type="sldNum" sz="quarter" idx="5"/>
          </p:nvPr>
        </p:nvSpPr>
        <p:spPr/>
        <p:txBody>
          <a:bodyPr/>
          <a:lstStyle/>
          <a:p>
            <a:fld id="{8CCEF7D1-689C-4BC1-B59B-4A4CE078ECDF}" type="slidenum">
              <a:rPr lang="en-US" smtClean="0"/>
              <a:t>21</a:t>
            </a:fld>
            <a:endParaRPr lang="en-US"/>
          </a:p>
        </p:txBody>
      </p:sp>
    </p:spTree>
    <p:extLst>
      <p:ext uri="{BB962C8B-B14F-4D97-AF65-F5344CB8AC3E}">
        <p14:creationId xmlns:p14="http://schemas.microsoft.com/office/powerpoint/2010/main" val="3233024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By increasing the steepness of sigmoid functions, the error has decreased.</a:t>
            </a:r>
          </a:p>
        </p:txBody>
      </p:sp>
      <p:sp>
        <p:nvSpPr>
          <p:cNvPr id="4" name="Slide Number Placeholder 3"/>
          <p:cNvSpPr>
            <a:spLocks noGrp="1"/>
          </p:cNvSpPr>
          <p:nvPr>
            <p:ph type="sldNum" sz="quarter" idx="5"/>
          </p:nvPr>
        </p:nvSpPr>
        <p:spPr/>
        <p:txBody>
          <a:bodyPr/>
          <a:lstStyle/>
          <a:p>
            <a:fld id="{8CCEF7D1-689C-4BC1-B59B-4A4CE078ECDF}" type="slidenum">
              <a:rPr lang="en-US" smtClean="0"/>
              <a:t>22</a:t>
            </a:fld>
            <a:endParaRPr lang="en-US"/>
          </a:p>
        </p:txBody>
      </p:sp>
    </p:spTree>
    <p:extLst>
      <p:ext uri="{BB962C8B-B14F-4D97-AF65-F5344CB8AC3E}">
        <p14:creationId xmlns:p14="http://schemas.microsoft.com/office/powerpoint/2010/main" val="3183194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As we see, we have two major issues now. One for the beginning of the curve, the other in the transition area. To solve the first issue, I came up with the idea to add one more line that is fitted on the staring range, which is curve shape. It means that one line is not able to describe the whole range of 280 to 360. so, we broke it into two ranges, 280 to 300 and 300 to 360.</a:t>
            </a:r>
          </a:p>
        </p:txBody>
      </p:sp>
      <p:sp>
        <p:nvSpPr>
          <p:cNvPr id="4" name="Slide Number Placeholder 3"/>
          <p:cNvSpPr>
            <a:spLocks noGrp="1"/>
          </p:cNvSpPr>
          <p:nvPr>
            <p:ph type="sldNum" sz="quarter" idx="5"/>
          </p:nvPr>
        </p:nvSpPr>
        <p:spPr/>
        <p:txBody>
          <a:bodyPr/>
          <a:lstStyle/>
          <a:p>
            <a:fld id="{8CCEF7D1-689C-4BC1-B59B-4A4CE078ECDF}" type="slidenum">
              <a:rPr lang="en-US" smtClean="0"/>
              <a:t>27</a:t>
            </a:fld>
            <a:endParaRPr lang="en-US"/>
          </a:p>
        </p:txBody>
      </p:sp>
    </p:spTree>
    <p:extLst>
      <p:ext uri="{BB962C8B-B14F-4D97-AF65-F5344CB8AC3E}">
        <p14:creationId xmlns:p14="http://schemas.microsoft.com/office/powerpoint/2010/main" val="938620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To fix the transition area, I’m going to add one more line. So, we will have four lines describing this whole curve. (280 to 300, 300 to 340, 340 to 375, 375 to 600). </a:t>
            </a:r>
          </a:p>
        </p:txBody>
      </p:sp>
      <p:sp>
        <p:nvSpPr>
          <p:cNvPr id="4" name="Slide Number Placeholder 3"/>
          <p:cNvSpPr>
            <a:spLocks noGrp="1"/>
          </p:cNvSpPr>
          <p:nvPr>
            <p:ph type="sldNum" sz="quarter" idx="5"/>
          </p:nvPr>
        </p:nvSpPr>
        <p:spPr/>
        <p:txBody>
          <a:bodyPr/>
          <a:lstStyle/>
          <a:p>
            <a:fld id="{8CCEF7D1-689C-4BC1-B59B-4A4CE078ECDF}" type="slidenum">
              <a:rPr lang="en-US" smtClean="0"/>
              <a:t>30</a:t>
            </a:fld>
            <a:endParaRPr lang="en-US"/>
          </a:p>
        </p:txBody>
      </p:sp>
    </p:spTree>
    <p:extLst>
      <p:ext uri="{BB962C8B-B14F-4D97-AF65-F5344CB8AC3E}">
        <p14:creationId xmlns:p14="http://schemas.microsoft.com/office/powerpoint/2010/main" val="2839295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we see that the result is promising.</a:t>
            </a:r>
          </a:p>
          <a:p>
            <a:pPr marL="171450" indent="-171450">
              <a:buFont typeface="Arial" panose="020B0604020202020204" pitchFamily="34" charset="0"/>
              <a:buChar char="•"/>
            </a:pPr>
            <a:r>
              <a:rPr lang="en-US" dirty="0"/>
              <a:t>At this point we can return the steepness to lower levels, to check if it is still working or not. I will try this later.</a:t>
            </a:r>
          </a:p>
        </p:txBody>
      </p:sp>
      <p:sp>
        <p:nvSpPr>
          <p:cNvPr id="4" name="Slide Number Placeholder 3"/>
          <p:cNvSpPr>
            <a:spLocks noGrp="1"/>
          </p:cNvSpPr>
          <p:nvPr>
            <p:ph type="sldNum" sz="quarter" idx="5"/>
          </p:nvPr>
        </p:nvSpPr>
        <p:spPr/>
        <p:txBody>
          <a:bodyPr/>
          <a:lstStyle/>
          <a:p>
            <a:fld id="{8CCEF7D1-689C-4BC1-B59B-4A4CE078ECDF}" type="slidenum">
              <a:rPr lang="en-US" smtClean="0"/>
              <a:t>31</a:t>
            </a:fld>
            <a:endParaRPr lang="en-US"/>
          </a:p>
        </p:txBody>
      </p:sp>
    </p:spTree>
    <p:extLst>
      <p:ext uri="{BB962C8B-B14F-4D97-AF65-F5344CB8AC3E}">
        <p14:creationId xmlns:p14="http://schemas.microsoft.com/office/powerpoint/2010/main" val="22671339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it’s time to compare NN and KKT performance.</a:t>
            </a:r>
          </a:p>
          <a:p>
            <a:pPr marL="171450" indent="-171450">
              <a:buFont typeface="Arial" panose="020B0604020202020204" pitchFamily="34" charset="0"/>
              <a:buChar char="•"/>
            </a:pPr>
            <a:r>
              <a:rPr lang="en-US" dirty="0"/>
              <a:t>I ran this on my computer and it took two hours to give the results. However, I ran it again on the </a:t>
            </a:r>
            <a:r>
              <a:rPr lang="en-US" dirty="0" err="1"/>
              <a:t>cpu</a:t>
            </a:r>
            <a:r>
              <a:rPr lang="en-US" dirty="0"/>
              <a:t> of server, and it took half an hour. Later, I will try to run them on GPU, and test that as well. Thank you for providing the server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34</a:t>
            </a:fld>
            <a:endParaRPr lang="en-US"/>
          </a:p>
        </p:txBody>
      </p:sp>
    </p:spTree>
    <p:extLst>
      <p:ext uri="{BB962C8B-B14F-4D97-AF65-F5344CB8AC3E}">
        <p14:creationId xmlns:p14="http://schemas.microsoft.com/office/powerpoint/2010/main" val="1137859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have to find the optimal number of sample points in which KKT performs better than NN.</a:t>
            </a:r>
          </a:p>
        </p:txBody>
      </p:sp>
      <p:sp>
        <p:nvSpPr>
          <p:cNvPr id="4" name="Slide Number Placeholder 3"/>
          <p:cNvSpPr>
            <a:spLocks noGrp="1"/>
          </p:cNvSpPr>
          <p:nvPr>
            <p:ph type="sldNum" sz="quarter" idx="5"/>
          </p:nvPr>
        </p:nvSpPr>
        <p:spPr/>
        <p:txBody>
          <a:bodyPr/>
          <a:lstStyle/>
          <a:p>
            <a:fld id="{8CCEF7D1-689C-4BC1-B59B-4A4CE078ECDF}" type="slidenum">
              <a:rPr lang="en-US" smtClean="0"/>
              <a:t>36</a:t>
            </a:fld>
            <a:endParaRPr lang="en-US"/>
          </a:p>
        </p:txBody>
      </p:sp>
    </p:spTree>
    <p:extLst>
      <p:ext uri="{BB962C8B-B14F-4D97-AF65-F5344CB8AC3E}">
        <p14:creationId xmlns:p14="http://schemas.microsoft.com/office/powerpoint/2010/main" val="40564438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3" name="Picture 12" descr="University of Waterloo Faculty of Engineering logo">
            <a:extLst>
              <a:ext uri="{FF2B5EF4-FFF2-40B4-BE49-F238E27FC236}">
                <a16:creationId xmlns:a16="http://schemas.microsoft.com/office/drawing/2014/main" id="{930DF486-3438-A340-9F75-BB86BE289D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50" y="5600284"/>
            <a:ext cx="4567498" cy="1255431"/>
          </a:xfrm>
          <a:prstGeom prst="rect">
            <a:avLst/>
          </a:prstGeom>
        </p:spPr>
      </p:pic>
      <p:sp>
        <p:nvSpPr>
          <p:cNvPr id="2" name="Title 1"/>
          <p:cNvSpPr>
            <a:spLocks noGrp="1"/>
          </p:cNvSpPr>
          <p:nvPr>
            <p:ph type="ctrTitle" hasCustomPrompt="1"/>
          </p:nvPr>
        </p:nvSpPr>
        <p:spPr>
          <a:xfrm>
            <a:off x="452740" y="1028940"/>
            <a:ext cx="9605660" cy="1474115"/>
          </a:xfrm>
        </p:spPr>
        <p:txBody>
          <a:bodyPr lIns="0" anchor="b">
            <a:noAutofit/>
          </a:bodyPr>
          <a:lstStyle>
            <a:lvl1pPr algn="l">
              <a:defRPr sz="5400" b="1" cap="all" baseline="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7/14/2025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dirty="0"/>
          </a:p>
        </p:txBody>
      </p:sp>
      <p:grpSp>
        <p:nvGrpSpPr>
          <p:cNvPr id="14" name="Group 13">
            <a:extLst>
              <a:ext uri="{FF2B5EF4-FFF2-40B4-BE49-F238E27FC236}">
                <a16:creationId xmlns:a16="http://schemas.microsoft.com/office/drawing/2014/main" id="{127E6BEA-9D28-86FA-D573-63E937A96B5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5" name="Rectangle 14">
              <a:extLst>
                <a:ext uri="{FF2B5EF4-FFF2-40B4-BE49-F238E27FC236}">
                  <a16:creationId xmlns:a16="http://schemas.microsoft.com/office/drawing/2014/main" id="{704DF45C-A64A-062F-9CED-3E842F488317}"/>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DB245BA-2894-CA76-0F75-D34749BB9804}"/>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20A4491-7F26-FD1F-E922-D16588A2AF7F}"/>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467DA2-12C4-867B-1A08-D4BC12EE3119}"/>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B127630-A949-31A6-994A-2119B96BA2FB}"/>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15592275"/>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7/14/2025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dirty="0"/>
          </a:p>
        </p:txBody>
      </p:sp>
      <p:pic>
        <p:nvPicPr>
          <p:cNvPr id="4" name="Picture 3" descr="University of Waterloo Faculty of Engineering logo">
            <a:extLst>
              <a:ext uri="{FF2B5EF4-FFF2-40B4-BE49-F238E27FC236}">
                <a16:creationId xmlns:a16="http://schemas.microsoft.com/office/drawing/2014/main" id="{E5E2D7B7-C046-952F-FFBF-CDF3C05A39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50" y="5600284"/>
            <a:ext cx="4567498" cy="1255431"/>
          </a:xfrm>
          <a:prstGeom prst="rect">
            <a:avLst/>
          </a:prstGeom>
        </p:spPr>
      </p:pic>
      <p:grpSp>
        <p:nvGrpSpPr>
          <p:cNvPr id="5" name="Group 4">
            <a:extLst>
              <a:ext uri="{FF2B5EF4-FFF2-40B4-BE49-F238E27FC236}">
                <a16:creationId xmlns:a16="http://schemas.microsoft.com/office/drawing/2014/main" id="{F976B466-9D8C-A8C3-EB96-3631DC20502A}"/>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0" name="Rectangle 9">
              <a:extLst>
                <a:ext uri="{FF2B5EF4-FFF2-40B4-BE49-F238E27FC236}">
                  <a16:creationId xmlns:a16="http://schemas.microsoft.com/office/drawing/2014/main" id="{CAAEAB53-3AF3-394F-5A0D-265C448ECA6E}"/>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D4BD0F5-AD43-7157-6853-3CD55084FE74}"/>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F12FAF-5A82-CC83-3020-79FECB6A9B1D}"/>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E8C28B-8279-2C62-9323-C451CFBB2946}"/>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CBBFB6-9B79-D3A2-687E-255A236C9639}"/>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3183547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pic>
        <p:nvPicPr>
          <p:cNvPr id="14" name="Picture 13" descr="University of Waterloo Faculty of Engineering logo">
            <a:extLst>
              <a:ext uri="{FF2B5EF4-FFF2-40B4-BE49-F238E27FC236}">
                <a16:creationId xmlns:a16="http://schemas.microsoft.com/office/drawing/2014/main" id="{C7842B6A-813C-FA45-B88D-CE413A77FF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49" y="5600284"/>
            <a:ext cx="4567499" cy="1255431"/>
          </a:xfrm>
          <a:prstGeom prst="rect">
            <a:avLst/>
          </a:prstGeom>
        </p:spPr>
      </p:pic>
      <p:sp>
        <p:nvSpPr>
          <p:cNvPr id="2" name="Title 1"/>
          <p:cNvSpPr>
            <a:spLocks noGrp="1"/>
          </p:cNvSpPr>
          <p:nvPr>
            <p:ph type="ctrTitle" hasCustomPrompt="1"/>
          </p:nvPr>
        </p:nvSpPr>
        <p:spPr>
          <a:xfrm>
            <a:off x="452740" y="1028940"/>
            <a:ext cx="9254931" cy="1474115"/>
          </a:xfrm>
        </p:spPr>
        <p:txBody>
          <a:bodyPr lIns="0" anchor="b">
            <a:noAutofit/>
          </a:bodyPr>
          <a:lstStyle>
            <a:lvl1pPr algn="l">
              <a:defRPr sz="5400"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7/14/2025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dirty="0"/>
          </a:p>
        </p:txBody>
      </p:sp>
      <p:grpSp>
        <p:nvGrpSpPr>
          <p:cNvPr id="13" name="Group 12">
            <a:extLst>
              <a:ext uri="{FF2B5EF4-FFF2-40B4-BE49-F238E27FC236}">
                <a16:creationId xmlns:a16="http://schemas.microsoft.com/office/drawing/2014/main" id="{1769F524-D51C-40DB-F389-1673BFAA44D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7" name="Rectangle 16">
              <a:extLst>
                <a:ext uri="{FF2B5EF4-FFF2-40B4-BE49-F238E27FC236}">
                  <a16:creationId xmlns:a16="http://schemas.microsoft.com/office/drawing/2014/main" id="{46859F7A-5A85-CDB2-227D-E72CEFB48AFD}"/>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C991028-4405-8861-5C0F-DDCED6AE10C4}"/>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10B4E87-130B-529C-B325-CF2152D17DBD}"/>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3B4BA68-9EA4-7A22-3621-B9ED64303A72}"/>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15C994C-FB53-4A65-2E87-41A181943148}"/>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28952265"/>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452740" y="2642329"/>
            <a:ext cx="1182916" cy="377962"/>
          </a:xfrm>
          <a:solidFill>
            <a:schemeClr val="accent3"/>
          </a:solidFill>
        </p:spPr>
        <p:txBody>
          <a:bodyPr/>
          <a:lstStyle>
            <a:lvl1pPr>
              <a:defRPr sz="11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pPr/>
              <a:t>7/14/2025</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endParaRPr lang="en-US" dirty="0"/>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dirty="0"/>
          </a:p>
        </p:txBody>
      </p:sp>
      <p:pic>
        <p:nvPicPr>
          <p:cNvPr id="13" name="Picture 12" descr="University of Waterloo Faculty of Engineering logo">
            <a:extLst>
              <a:ext uri="{FF2B5EF4-FFF2-40B4-BE49-F238E27FC236}">
                <a16:creationId xmlns:a16="http://schemas.microsoft.com/office/drawing/2014/main" id="{61486EB2-DBB7-6812-FFCB-C07E1DEE6B5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849" y="5600284"/>
            <a:ext cx="4567499" cy="1255431"/>
          </a:xfrm>
          <a:prstGeom prst="rect">
            <a:avLst/>
          </a:prstGeom>
        </p:spPr>
      </p:pic>
      <p:grpSp>
        <p:nvGrpSpPr>
          <p:cNvPr id="14" name="Group 13">
            <a:extLst>
              <a:ext uri="{FF2B5EF4-FFF2-40B4-BE49-F238E27FC236}">
                <a16:creationId xmlns:a16="http://schemas.microsoft.com/office/drawing/2014/main" id="{84CF5075-07D9-F9E3-0595-1A0D8C92FBED}"/>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5" name="Rectangle 14">
              <a:extLst>
                <a:ext uri="{FF2B5EF4-FFF2-40B4-BE49-F238E27FC236}">
                  <a16:creationId xmlns:a16="http://schemas.microsoft.com/office/drawing/2014/main" id="{2DD24995-6F05-8ECB-D3BE-0691DF97B918}"/>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836C1D7-6B11-F5C9-0533-3719C5ECB00C}"/>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69C97C2-B343-C17E-D528-65C442051DD5}"/>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8ED34F6-8D98-D192-5DBF-F8BDC1DB62E6}"/>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E4B2663-04FA-0615-C4BC-D798630AB8BE}"/>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0106763"/>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D4B0C9-B47E-4B33-A656-C78D1805DA95}" type="datetime1">
              <a:rPr lang="en-US" smtClean="0"/>
              <a:t>7/14/2025</a:t>
            </a:fld>
            <a:endParaRPr lang="en-US" dirty="0"/>
          </a:p>
        </p:txBody>
      </p:sp>
      <p:sp>
        <p:nvSpPr>
          <p:cNvPr id="8" name="Footer Placeholder 7"/>
          <p:cNvSpPr>
            <a:spLocks noGrp="1"/>
          </p:cNvSpPr>
          <p:nvPr>
            <p:ph type="ftr" sz="quarter" idx="11"/>
          </p:nvPr>
        </p:nvSpPr>
        <p:spPr/>
        <p:txBody>
          <a:bodyPr/>
          <a:lstStyle/>
          <a:p>
            <a:r>
              <a:rPr lang="en-US" dirty="0"/>
              <a:t>Progress Update</a:t>
            </a:r>
          </a:p>
        </p:txBody>
      </p:sp>
      <p:sp>
        <p:nvSpPr>
          <p:cNvPr id="9" name="Slide Number Placeholder 8"/>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66632321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7407696"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8908224"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10408752" y="685060"/>
            <a:ext cx="1420859" cy="286052"/>
          </a:xfrm>
        </p:spPr>
        <p:txBody>
          <a:bodyPr anchor="ctr">
            <a:noAutofit/>
          </a:bodyPr>
          <a:lstStyle>
            <a:lvl1pPr marL="0" indent="0" algn="ctr">
              <a:buNone/>
              <a:defRPr sz="11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7" name="Date Placeholder 6"/>
          <p:cNvSpPr>
            <a:spLocks noGrp="1"/>
          </p:cNvSpPr>
          <p:nvPr>
            <p:ph type="dt" sz="half" idx="16"/>
          </p:nvPr>
        </p:nvSpPr>
        <p:spPr/>
        <p:txBody>
          <a:bodyPr/>
          <a:lstStyle/>
          <a:p>
            <a:fld id="{48C228CE-C572-4AF5-9728-AA6E475873DD}" type="datetime1">
              <a:rPr lang="en-US" smtClean="0"/>
              <a:t>7/14/2025</a:t>
            </a:fld>
            <a:endParaRPr lang="en-US" dirty="0"/>
          </a:p>
        </p:txBody>
      </p:sp>
      <p:sp>
        <p:nvSpPr>
          <p:cNvPr id="11" name="Footer Placeholder 10"/>
          <p:cNvSpPr>
            <a:spLocks noGrp="1"/>
          </p:cNvSpPr>
          <p:nvPr>
            <p:ph type="ftr" sz="quarter" idx="17"/>
          </p:nvPr>
        </p:nvSpPr>
        <p:spPr/>
        <p:txBody>
          <a:bodyPr/>
          <a:lstStyle/>
          <a:p>
            <a:r>
              <a:rPr lang="en-US"/>
              <a:t>PRESENTATION TITLE</a:t>
            </a:r>
            <a:endParaRPr lang="en-US" dirty="0"/>
          </a:p>
        </p:txBody>
      </p:sp>
      <p:sp>
        <p:nvSpPr>
          <p:cNvPr id="12" name="Slide Number Placeholder 11"/>
          <p:cNvSpPr>
            <a:spLocks noGrp="1"/>
          </p:cNvSpPr>
          <p:nvPr>
            <p:ph type="sldNum" sz="quarter" idx="18"/>
          </p:nvPr>
        </p:nvSpPr>
        <p:spPr/>
        <p:txBody>
          <a:bodyPr/>
          <a:lstStyle/>
          <a:p>
            <a:r>
              <a:rPr lang="en-US" dirty="0"/>
              <a:t>PAGE  </a:t>
            </a:r>
            <a:fld id="{93005692-73BE-493E-93AB-ECD6027A7652}" type="slidenum">
              <a:rPr lang="en-US" smtClean="0"/>
              <a:pPr/>
              <a:t>‹#›</a:t>
            </a:fld>
            <a:endParaRPr lang="en-US" dirty="0"/>
          </a:p>
        </p:txBody>
      </p:sp>
      <p:sp>
        <p:nvSpPr>
          <p:cNvPr id="4" name="Title 3"/>
          <p:cNvSpPr>
            <a:spLocks noGrp="1"/>
          </p:cNvSpPr>
          <p:nvPr>
            <p:ph type="title"/>
          </p:nvPr>
        </p:nvSpPr>
        <p:spPr>
          <a:xfrm>
            <a:off x="259883" y="434108"/>
            <a:ext cx="7046081" cy="895927"/>
          </a:xfrm>
        </p:spPr>
        <p:txBody>
          <a:bodyPr/>
          <a:lstStyle>
            <a:lvl1pPr>
              <a:defRPr b="1"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2" y="1709738"/>
            <a:ext cx="9399507" cy="2852737"/>
          </a:xfrm>
        </p:spPr>
        <p:txBody>
          <a:bodyPr anchor="b">
            <a:normAutofit/>
          </a:bodyPr>
          <a:lstStyle>
            <a:lvl1pPr algn="l">
              <a:defRPr sz="4000" b="1" cap="all"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259882" y="4589463"/>
            <a:ext cx="9399507"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026D43AC-4B94-471D-A170-0D88FCD1FB54}" type="datetime1">
              <a:rPr lang="en-US" smtClean="0"/>
              <a:t>7/14/2025</a:t>
            </a:fld>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2969021156"/>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60521" y="3228200"/>
            <a:ext cx="8770620" cy="1212056"/>
          </a:xfrm>
        </p:spPr>
        <p:txBody>
          <a:bodyPr anchor="b">
            <a:noAutofit/>
          </a:bodyPr>
          <a:lstStyle>
            <a:lvl1pPr algn="l">
              <a:defRPr sz="4000" b="1" cap="all"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960521" y="4448086"/>
            <a:ext cx="8770620" cy="666549"/>
          </a:xfrm>
        </p:spPr>
        <p:txBody>
          <a:bodyPr anchor="t">
            <a:normAutofit/>
          </a:bodyPr>
          <a:lstStyle>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51004" y="6335309"/>
            <a:ext cx="1181114" cy="250337"/>
          </a:xfrm>
        </p:spPr>
        <p:txBody>
          <a:bodyPr/>
          <a:lstStyle/>
          <a:p>
            <a:fld id="{72EFF9E2-52BD-4C8D-9C57-79F661DB94A1}" type="datetime1">
              <a:rPr lang="en-US" smtClean="0"/>
              <a:t>7/14/2025</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7" name="Group 6">
            <a:extLst>
              <a:ext uri="{FF2B5EF4-FFF2-40B4-BE49-F238E27FC236}">
                <a16:creationId xmlns:a16="http://schemas.microsoft.com/office/drawing/2014/main" id="{C78BDD71-5673-C3E4-61B8-8F8F041308A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1EBF8245-E943-0D71-7CC0-09B6B4E3260B}"/>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2D8089-B052-A801-A878-B773A49F8615}"/>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3A2417-24CA-2534-65B9-CAFF9B77F07A}"/>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ABD4852-C253-61D4-26E8-4222BFD9B55D}"/>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6DAFAF2-35DA-8050-8069-401CD4268EFE}"/>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2748302"/>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3" y="434108"/>
            <a:ext cx="11569729" cy="895927"/>
          </a:xfrm>
        </p:spPr>
        <p:txBody>
          <a:bodyPr/>
          <a:lstStyle>
            <a:lvl1pPr>
              <a:defRPr b="1"/>
            </a:lvl1pPr>
          </a:lstStyle>
          <a:p>
            <a:r>
              <a:rPr lang="en-US" dirty="0"/>
              <a:t>CLICK TO EDIT MASTER TITLE STYLE</a:t>
            </a:r>
          </a:p>
        </p:txBody>
      </p:sp>
      <p:sp>
        <p:nvSpPr>
          <p:cNvPr id="3" name="Content Placeholder 2"/>
          <p:cNvSpPr>
            <a:spLocks noGrp="1"/>
          </p:cNvSpPr>
          <p:nvPr>
            <p:ph sz="half" idx="1"/>
          </p:nvPr>
        </p:nvSpPr>
        <p:spPr>
          <a:xfrm>
            <a:off x="259882" y="1413164"/>
            <a:ext cx="5586855"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992" y="1413164"/>
            <a:ext cx="5658620"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081881F3-AB4F-4026-8B03-DBF7475676B1}" type="datetime1">
              <a:rPr lang="en-US" smtClean="0"/>
              <a:t>7/14/2025</a:t>
            </a:fld>
            <a:endParaRPr lang="en-US" dirty="0"/>
          </a:p>
        </p:txBody>
      </p:sp>
      <p:sp>
        <p:nvSpPr>
          <p:cNvPr id="9" name="Footer Placeholder 8"/>
          <p:cNvSpPr>
            <a:spLocks noGrp="1"/>
          </p:cNvSpPr>
          <p:nvPr>
            <p:ph type="ftr" sz="quarter" idx="11"/>
          </p:nvPr>
        </p:nvSpPr>
        <p:spPr/>
        <p:txBody>
          <a:bodyPr/>
          <a:lstStyle/>
          <a:p>
            <a:r>
              <a:rPr lang="en-US"/>
              <a:t>PRESENTATION TITLE</a:t>
            </a:r>
            <a:endParaRPr lang="en-US" dirty="0"/>
          </a:p>
        </p:txBody>
      </p:sp>
      <p:sp>
        <p:nvSpPr>
          <p:cNvPr id="10" name="Slide Number Placeholder 9"/>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223851648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9881" y="1396192"/>
            <a:ext cx="5542713" cy="670270"/>
          </a:xfrm>
        </p:spPr>
        <p:txBody>
          <a:bodyPr anchor="b">
            <a:noAutofit/>
          </a:bodyPr>
          <a:lstStyle>
            <a:lvl1pPr marL="0" indent="0">
              <a:buNone/>
              <a:defRPr sz="2800" b="1"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9881" y="2184400"/>
            <a:ext cx="5542713"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6154" y="1396192"/>
            <a:ext cx="5593458" cy="670270"/>
          </a:xfrm>
        </p:spPr>
        <p:txBody>
          <a:bodyPr anchor="b">
            <a:normAutofit/>
          </a:bodyPr>
          <a:lstStyle>
            <a:lvl1pPr marL="0" indent="0">
              <a:buNone/>
              <a:defRPr sz="28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6154" y="2184400"/>
            <a:ext cx="5593458"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259883" y="434108"/>
            <a:ext cx="11569729" cy="895927"/>
          </a:xfrm>
        </p:spPr>
        <p:txBody>
          <a:bodyPr/>
          <a:lstStyle>
            <a:lvl1pPr>
              <a:defRPr b="1"/>
            </a:lvl1pPr>
          </a:lstStyle>
          <a:p>
            <a:r>
              <a:rPr lang="en-US" dirty="0"/>
              <a:t>CLICK TO EDIT MASTER TITLE STYLE</a:t>
            </a:r>
          </a:p>
        </p:txBody>
      </p:sp>
      <p:sp>
        <p:nvSpPr>
          <p:cNvPr id="2" name="Date Placeholder 1"/>
          <p:cNvSpPr>
            <a:spLocks noGrp="1"/>
          </p:cNvSpPr>
          <p:nvPr>
            <p:ph type="dt" sz="half" idx="10"/>
          </p:nvPr>
        </p:nvSpPr>
        <p:spPr/>
        <p:txBody>
          <a:bodyPr/>
          <a:lstStyle/>
          <a:p>
            <a:fld id="{C17F432B-3FBE-4889-963D-BF97BFBB7D3F}" type="datetime1">
              <a:rPr lang="en-US" smtClean="0"/>
              <a:t>7/14/2025</a:t>
            </a:fld>
            <a:endParaRPr lang="en-US" dirty="0"/>
          </a:p>
        </p:txBody>
      </p:sp>
      <p:sp>
        <p:nvSpPr>
          <p:cNvPr id="11" name="Footer Placeholder 10"/>
          <p:cNvSpPr>
            <a:spLocks noGrp="1"/>
          </p:cNvSpPr>
          <p:nvPr>
            <p:ph type="ftr" sz="quarter" idx="11"/>
          </p:nvPr>
        </p:nvSpPr>
        <p:spPr/>
        <p:txBody>
          <a:bodyPr/>
          <a:lstStyle/>
          <a:p>
            <a:r>
              <a:rPr lang="en-US"/>
              <a:t>PRESENTATION TITLE</a:t>
            </a:r>
            <a:endParaRPr lang="en-US" dirty="0"/>
          </a:p>
        </p:txBody>
      </p:sp>
      <p:sp>
        <p:nvSpPr>
          <p:cNvPr id="12" name="Slide Number Placeholder 11"/>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51959864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CLICK TO EDIT MASTER TITLE STYLE</a:t>
            </a:r>
          </a:p>
        </p:txBody>
      </p:sp>
      <p:sp>
        <p:nvSpPr>
          <p:cNvPr id="6" name="Date Placeholder 5"/>
          <p:cNvSpPr>
            <a:spLocks noGrp="1"/>
          </p:cNvSpPr>
          <p:nvPr>
            <p:ph type="dt" sz="half" idx="10"/>
          </p:nvPr>
        </p:nvSpPr>
        <p:spPr/>
        <p:txBody>
          <a:bodyPr/>
          <a:lstStyle/>
          <a:p>
            <a:fld id="{310CCC04-1E76-41EE-A8AC-75AD85313D09}" type="datetime1">
              <a:rPr lang="en-US" smtClean="0"/>
              <a:t>7/14/2025</a:t>
            </a:fld>
            <a:endParaRPr lang="en-US" dirty="0"/>
          </a:p>
        </p:txBody>
      </p:sp>
      <p:sp>
        <p:nvSpPr>
          <p:cNvPr id="7" name="Footer Placeholder 6"/>
          <p:cNvSpPr>
            <a:spLocks noGrp="1"/>
          </p:cNvSpPr>
          <p:nvPr>
            <p:ph type="ftr" sz="quarter" idx="11"/>
          </p:nvPr>
        </p:nvSpPr>
        <p:spPr/>
        <p:txBody>
          <a:bodyPr/>
          <a:lstStyle/>
          <a:p>
            <a:r>
              <a:rPr lang="en-US" dirty="0"/>
              <a:t>Progress Update</a:t>
            </a:r>
          </a:p>
        </p:txBody>
      </p:sp>
      <p:sp>
        <p:nvSpPr>
          <p:cNvPr id="8" name="Slide Number Placeholder 7"/>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2708487075"/>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3974A9E-84AC-4661-9381-CC35B09E47F7}" type="datetime1">
              <a:rPr lang="en-US" smtClean="0"/>
              <a:t>7/14/2025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743165608"/>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0751004" y="6335309"/>
            <a:ext cx="1181114" cy="250337"/>
          </a:xfrm>
        </p:spPr>
        <p:txBody>
          <a:bodyPr/>
          <a:lstStyle/>
          <a:p>
            <a:fld id="{1E55829F-8847-4C2A-8DD0-690EAD78E53F}" type="datetime1">
              <a:rPr lang="en-US" smtClean="0"/>
              <a:t>7/14/2025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2" name="Group 1">
            <a:extLst>
              <a:ext uri="{FF2B5EF4-FFF2-40B4-BE49-F238E27FC236}">
                <a16:creationId xmlns:a16="http://schemas.microsoft.com/office/drawing/2014/main" id="{48F0E357-D0D7-C8D3-9BB9-CBCD595E2726}"/>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3" name="Rectangle 2">
              <a:extLst>
                <a:ext uri="{FF2B5EF4-FFF2-40B4-BE49-F238E27FC236}">
                  <a16:creationId xmlns:a16="http://schemas.microsoft.com/office/drawing/2014/main" id="{6F904F2D-EB5B-78C1-C9CD-AD22B98AAF28}"/>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3A6C96-3A16-4F62-35CE-95FC1296115C}"/>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CB83E9C-7246-D12C-1E4F-7F8C8CACBCB5}"/>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AA84279-81BF-BD14-75E3-45D84ED22AE8}"/>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6C3DEA0-E90A-8F4E-6FCC-22A0591AE8A4}"/>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7678416"/>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0071" y="1237675"/>
            <a:ext cx="4331855" cy="910202"/>
          </a:xfrm>
        </p:spPr>
        <p:txBody>
          <a:bodyPr anchor="b">
            <a:normAutofit/>
          </a:bodyPr>
          <a:lstStyle>
            <a:lvl1pPr algn="ctr">
              <a:defRPr sz="2800" b="1" cap="all" baseline="0"/>
            </a:lvl1pPr>
          </a:lstStyle>
          <a:p>
            <a:r>
              <a:rPr lang="en-US" dirty="0"/>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7/14/2025</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cxnSp>
        <p:nvCxnSpPr>
          <p:cNvPr id="12" name="Straight Connector 11">
            <a:extLst>
              <a:ext uri="{C183D7F6-B498-43B3-948B-1728B52AA6E4}">
                <adec:decorative xmlns:adec="http://schemas.microsoft.com/office/drawing/2017/decorative" val="1"/>
              </a:ext>
            </a:extLst>
          </p:cNvPr>
          <p:cNvCxnSpPr/>
          <p:nvPr userDrawn="1"/>
        </p:nvCxnSpPr>
        <p:spPr>
          <a:xfrm>
            <a:off x="393007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C183D7F6-B498-43B3-948B-1728B52AA6E4}">
                <adec:decorative xmlns:adec="http://schemas.microsoft.com/office/drawing/2017/decorative" val="1"/>
              </a:ext>
            </a:extLst>
          </p:cNvPr>
          <p:cNvCxnSpPr/>
          <p:nvPr userDrawn="1"/>
        </p:nvCxnSpPr>
        <p:spPr>
          <a:xfrm>
            <a:off x="393007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660400" y="2420360"/>
            <a:ext cx="108712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393007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6" name="Group 5">
            <a:extLst>
              <a:ext uri="{FF2B5EF4-FFF2-40B4-BE49-F238E27FC236}">
                <a16:creationId xmlns:a16="http://schemas.microsoft.com/office/drawing/2014/main" id="{F5B5677E-A76C-D8C2-715E-D2CC90E70803}"/>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7" name="Rectangle 6">
              <a:extLst>
                <a:ext uri="{FF2B5EF4-FFF2-40B4-BE49-F238E27FC236}">
                  <a16:creationId xmlns:a16="http://schemas.microsoft.com/office/drawing/2014/main" id="{A397014F-8428-CB57-EA94-4926AC5048D6}"/>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108710D-B7A2-5B78-4CA2-26A7E60D2EA8}"/>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CBC1D33-6438-5920-7D04-F461F1F2C24C}"/>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584E8BE-411E-3D79-1AEB-CFBE9515CD5B}"/>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2D3D3E-C28F-C346-1738-B63D4769D730}"/>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4198111"/>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6350285" y="807867"/>
            <a:ext cx="5440648" cy="5445153"/>
          </a:xfrm>
        </p:spPr>
        <p:txBody>
          <a:bodyPr/>
          <a:lstStyle/>
          <a:p>
            <a:r>
              <a:rPr lang="en-US"/>
              <a:t>Click icon to add picture</a:t>
            </a:r>
          </a:p>
        </p:txBody>
      </p:sp>
      <p:sp>
        <p:nvSpPr>
          <p:cNvPr id="2" name="Title 1"/>
          <p:cNvSpPr>
            <a:spLocks noGrp="1"/>
          </p:cNvSpPr>
          <p:nvPr>
            <p:ph type="title" hasCustomPrompt="1"/>
          </p:nvPr>
        </p:nvSpPr>
        <p:spPr>
          <a:xfrm>
            <a:off x="854362" y="1237675"/>
            <a:ext cx="4331855" cy="910202"/>
          </a:xfrm>
        </p:spPr>
        <p:txBody>
          <a:bodyPr anchor="b">
            <a:normAutofit/>
          </a:bodyPr>
          <a:lstStyle>
            <a:lvl1pPr algn="ctr">
              <a:defRPr sz="2800" b="1" cap="all" baseline="0"/>
            </a:lvl1pPr>
          </a:lstStyle>
          <a:p>
            <a:r>
              <a:rPr lang="en-US" dirty="0"/>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7/14/2025</a:t>
            </a:fld>
            <a:endParaRPr lang="en-US" dirty="0"/>
          </a:p>
        </p:txBody>
      </p:sp>
      <p:sp>
        <p:nvSpPr>
          <p:cNvPr id="4" name="Footer Placeholder 3"/>
          <p:cNvSpPr>
            <a:spLocks noGrp="1"/>
          </p:cNvSpPr>
          <p:nvPr>
            <p:ph type="ftr" sz="quarter" idx="11"/>
          </p:nvPr>
        </p:nvSpPr>
        <p:spPr>
          <a:xfrm>
            <a:off x="259882" y="6335309"/>
            <a:ext cx="3887245" cy="250337"/>
          </a:xfrm>
        </p:spPr>
        <p:txBody>
          <a:bodyPr/>
          <a:lstStyle/>
          <a:p>
            <a:r>
              <a:rPr lang="en-US"/>
              <a:t>PRESENTATION TITLE</a:t>
            </a:r>
            <a:endParaRPr lang="en-US" dirty="0"/>
          </a:p>
        </p:txBody>
      </p:sp>
      <p:sp>
        <p:nvSpPr>
          <p:cNvPr id="5" name="Slide Number Placeholder 4"/>
          <p:cNvSpPr>
            <a:spLocks noGrp="1"/>
          </p:cNvSpPr>
          <p:nvPr>
            <p:ph type="sldNum" sz="quarter" idx="12"/>
          </p:nvPr>
        </p:nvSpPr>
        <p:spPr>
          <a:xfrm>
            <a:off x="4479637" y="6335309"/>
            <a:ext cx="1016000" cy="250337"/>
          </a:xfrm>
        </p:spPr>
        <p:txBody>
          <a:bodyPr/>
          <a:lstStyle/>
          <a:p>
            <a:r>
              <a:rPr lang="en-US" dirty="0"/>
              <a:t>PAGE  </a:t>
            </a:r>
            <a:fld id="{93005692-73BE-493E-93AB-ECD6027A7652}" type="slidenum">
              <a:rPr lang="en-US" smtClean="0"/>
              <a:pPr/>
              <a:t>‹#›</a:t>
            </a:fld>
            <a:endParaRPr lang="en-US" dirty="0"/>
          </a:p>
        </p:txBody>
      </p:sp>
      <p:sp>
        <p:nvSpPr>
          <p:cNvPr id="15" name="Text Placeholder 14"/>
          <p:cNvSpPr>
            <a:spLocks noGrp="1"/>
          </p:cNvSpPr>
          <p:nvPr>
            <p:ph type="body" sz="quarter" idx="13"/>
          </p:nvPr>
        </p:nvSpPr>
        <p:spPr>
          <a:xfrm>
            <a:off x="544943" y="2409026"/>
            <a:ext cx="4950694"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85436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5436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C183D7F6-B498-43B3-948B-1728B52AA6E4}">
                <adec:decorative xmlns:adec="http://schemas.microsoft.com/office/drawing/2017/decorative" val="1"/>
              </a:ext>
            </a:extLst>
          </p:cNvPr>
          <p:cNvCxnSpPr/>
          <p:nvPr userDrawn="1"/>
        </p:nvCxnSpPr>
        <p:spPr>
          <a:xfrm>
            <a:off x="85436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288D66E9-C096-F7E5-4608-69F3BFAA0EA8}"/>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0D20D476-3C3C-17FB-6B9D-62877266FDDD}"/>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6A3B59E-EB98-37C9-ABAF-5F298CBCB50F}"/>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09ADF04-D661-134D-CEBE-7284FCA07F2A}"/>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66F9EB-2209-AA77-54BB-874DD2429227}"/>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E99F41D-6A52-4E41-CCC6-4F322B85979A}"/>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3317354"/>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7/14/2025</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6" name="Group 5">
            <a:extLst>
              <a:ext uri="{FF2B5EF4-FFF2-40B4-BE49-F238E27FC236}">
                <a16:creationId xmlns:a16="http://schemas.microsoft.com/office/drawing/2014/main" id="{6BE3B45F-F7EF-7AC1-2F71-A8F707B474FE}"/>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2E7FF446-A027-DF9C-2EF7-BB8A71A92C25}"/>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4DBD243-4CC4-FC6A-A3EF-134F0475518A}"/>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51E8B32-A35D-0923-E7EE-4693F5A56614}"/>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4998BE-5F59-2840-05C4-7AFCED90F6C7}"/>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71EFAE3-6B14-DE22-01D0-2E8AFF7CD36A}"/>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7728093"/>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3"/>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solidFill>
                  <a:schemeClr val="bg1"/>
                </a:solidFill>
              </a:defRPr>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5FDFC970-B950-4395-A833-47227D4A68CA}" type="datetime1">
              <a:rPr lang="en-US" smtClean="0"/>
              <a:pPr/>
              <a:t>7/14/2025</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dirty="0"/>
          </a:p>
        </p:txBody>
      </p:sp>
      <p:grpSp>
        <p:nvGrpSpPr>
          <p:cNvPr id="6" name="Group 5">
            <a:extLst>
              <a:ext uri="{FF2B5EF4-FFF2-40B4-BE49-F238E27FC236}">
                <a16:creationId xmlns:a16="http://schemas.microsoft.com/office/drawing/2014/main" id="{65364A90-0797-F96E-F770-FF1A12CE0207}"/>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04350EA6-F3C3-B71A-2AE8-59D702686268}"/>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FD5CBB-2458-6136-9C90-A6C4B927AC9B}"/>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B84D87D-DBE9-B3EF-FFB3-C2AFE2A77403}"/>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1F04D2-CB9A-2272-4643-01B4FAAC4398}"/>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36161E2-6AF6-CD93-0C7B-DE95E53B4B4C}"/>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66828729"/>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solidFill>
                  <a:schemeClr val="bg1"/>
                </a:solidFill>
              </a:defRPr>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5FDFC970-B950-4395-A833-47227D4A68CA}" type="datetime1">
              <a:rPr lang="en-US" smtClean="0"/>
              <a:pPr/>
              <a:t>7/14/2025</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grpSp>
        <p:nvGrpSpPr>
          <p:cNvPr id="6" name="Group 5">
            <a:extLst>
              <a:ext uri="{FF2B5EF4-FFF2-40B4-BE49-F238E27FC236}">
                <a16:creationId xmlns:a16="http://schemas.microsoft.com/office/drawing/2014/main" id="{0AAC575D-0FA9-A38D-9797-156B5AA8A138}"/>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572D70FB-ADA6-5E6E-29B1-A1623DE361B1}"/>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40349B-8324-5C56-8910-78C4E6366CCD}"/>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12A301-E6DF-7760-3D01-B0933E87104E}"/>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5F068C1-6FE1-DFD6-F0F5-A3F1F8A8E5CD}"/>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93460B5-979B-9830-988B-CA56409C364F}"/>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5022777"/>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7225" y="4581236"/>
            <a:ext cx="10877550" cy="1597891"/>
          </a:xfrm>
          <a:noFill/>
        </p:spPr>
        <p:txBody>
          <a:bodyPr wrap="square" rtlCol="0" anchor="ctr" anchorCtr="1">
            <a:noAutofit/>
          </a:bodyPr>
          <a:lstStyle>
            <a:lvl1pPr algn="ctr">
              <a:defRPr lang="en-US" sz="1800" b="0" i="0" cap="none"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p>
            <a:fld id="{75D660D7-90CE-4513-A3CE-C070B9421917}" type="datetime1">
              <a:rPr lang="en-US" smtClean="0"/>
              <a:t>7/14/2025</a:t>
            </a:fld>
            <a:endParaRPr lang="en-US" dirty="0"/>
          </a:p>
        </p:txBody>
      </p:sp>
      <p:sp>
        <p:nvSpPr>
          <p:cNvPr id="10" name="Footer Placeholder 9"/>
          <p:cNvSpPr>
            <a:spLocks noGrp="1"/>
          </p:cNvSpPr>
          <p:nvPr>
            <p:ph type="ftr" sz="quarter" idx="11"/>
          </p:nvPr>
        </p:nvSpPr>
        <p:spPr/>
        <p:txBody>
          <a:bodyPr/>
          <a:lstStyle/>
          <a:p>
            <a:r>
              <a:rPr lang="en-US"/>
              <a:t>PRESENTATION TITLE</a:t>
            </a:r>
            <a:endParaRPr lang="en-US" dirty="0"/>
          </a:p>
        </p:txBody>
      </p:sp>
      <p:sp>
        <p:nvSpPr>
          <p:cNvPr id="11" name="Slide Number Placeholder 10"/>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pic>
        <p:nvPicPr>
          <p:cNvPr id="4" name="Picture 3" descr="University of Waterloo Faculty of Engineering logo">
            <a:extLst>
              <a:ext uri="{FF2B5EF4-FFF2-40B4-BE49-F238E27FC236}">
                <a16:creationId xmlns:a16="http://schemas.microsoft.com/office/drawing/2014/main" id="{08F22C7D-C1E2-3043-B369-F9AA670BFC5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7927" y="985586"/>
            <a:ext cx="6096143" cy="4075200"/>
          </a:xfrm>
          <a:prstGeom prst="rect">
            <a:avLst/>
          </a:prstGeom>
        </p:spPr>
      </p:pic>
      <p:grpSp>
        <p:nvGrpSpPr>
          <p:cNvPr id="3" name="Group 2">
            <a:extLst>
              <a:ext uri="{FF2B5EF4-FFF2-40B4-BE49-F238E27FC236}">
                <a16:creationId xmlns:a16="http://schemas.microsoft.com/office/drawing/2014/main" id="{07CA9BB1-9C2E-4569-BE1D-5D7F529E6166}"/>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5" name="Rectangle 4">
              <a:extLst>
                <a:ext uri="{FF2B5EF4-FFF2-40B4-BE49-F238E27FC236}">
                  <a16:creationId xmlns:a16="http://schemas.microsoft.com/office/drawing/2014/main" id="{CA410A60-FA9B-1ECF-958F-BC27BB5C2E95}"/>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C5613F-FE3A-A7CF-B132-7779C8C132EE}"/>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E9D1A7-9583-C584-47EB-0627750BD7CF}"/>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D6DCD87-2E74-CDA8-1BA0-3DE81AD3380C}"/>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FD214E4-DEB6-B4CF-DF1D-A1A345D13201}"/>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69677358"/>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_AL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3425" y="4682836"/>
            <a:ext cx="10725150" cy="1559782"/>
          </a:xfrm>
          <a:noFill/>
        </p:spPr>
        <p:txBody>
          <a:bodyPr wrap="square" rtlCol="0" anchor="ctr" anchorCtr="1">
            <a:noAutofit/>
          </a:bodyPr>
          <a:lstStyle>
            <a:lvl1pPr marL="0" algn="ctr">
              <a:lnSpc>
                <a:spcPct val="75000"/>
              </a:lnSpc>
              <a:defRPr lang="en-US" sz="1800" b="0" i="0">
                <a:solidFill>
                  <a:schemeClr val="bg1">
                    <a:alpha val="81000"/>
                  </a:schemeClr>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7/14/2025</a:t>
            </a:fld>
            <a:endParaRPr lang="en-US" dirty="0"/>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pic>
        <p:nvPicPr>
          <p:cNvPr id="5" name="Picture 4" descr="University of Waterloo Faculty of Engineering logo">
            <a:extLst>
              <a:ext uri="{FF2B5EF4-FFF2-40B4-BE49-F238E27FC236}">
                <a16:creationId xmlns:a16="http://schemas.microsoft.com/office/drawing/2014/main" id="{B312827E-EAC5-3946-AC23-03E04566DDA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7928" y="985586"/>
            <a:ext cx="6096143" cy="4075200"/>
          </a:xfrm>
          <a:prstGeom prst="rect">
            <a:avLst/>
          </a:prstGeom>
          <a:effectLst/>
        </p:spPr>
      </p:pic>
      <p:grpSp>
        <p:nvGrpSpPr>
          <p:cNvPr id="3" name="Group 2">
            <a:extLst>
              <a:ext uri="{FF2B5EF4-FFF2-40B4-BE49-F238E27FC236}">
                <a16:creationId xmlns:a16="http://schemas.microsoft.com/office/drawing/2014/main" id="{B8C08A7A-273E-2AF6-423F-B3A31B4E870C}"/>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4" name="Rectangle 3">
              <a:extLst>
                <a:ext uri="{FF2B5EF4-FFF2-40B4-BE49-F238E27FC236}">
                  <a16:creationId xmlns:a16="http://schemas.microsoft.com/office/drawing/2014/main" id="{26364F3F-3B82-84E7-CBE7-02C3AEE04520}"/>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B8ADAC-7828-B63A-D5DA-453F6E05F127}"/>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015563-E92F-C342-9A7D-30F6A4E8A031}"/>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A7D1E3D-066D-CE3E-D814-48C37B5F91F3}"/>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511196A-9E52-FC64-5031-EB102393BE10}"/>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2082862"/>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7/14/2025</a:t>
            </a:fld>
            <a:endParaRPr lang="en-US" dirty="0"/>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pic>
        <p:nvPicPr>
          <p:cNvPr id="5" name="Picture 4" descr="University of Waterloo Faculty of Engineering logo">
            <a:extLst>
              <a:ext uri="{FF2B5EF4-FFF2-40B4-BE49-F238E27FC236}">
                <a16:creationId xmlns:a16="http://schemas.microsoft.com/office/drawing/2014/main" id="{B312827E-EAC5-3946-AC23-03E04566DDA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7928" y="799131"/>
            <a:ext cx="6096143" cy="4075200"/>
          </a:xfrm>
          <a:prstGeom prst="rect">
            <a:avLst/>
          </a:prstGeom>
          <a:effectLst/>
        </p:spPr>
      </p:pic>
      <p:pic>
        <p:nvPicPr>
          <p:cNvPr id="16" name="Picture 15" descr="YOU+WATERLOO">
            <a:extLst>
              <a:ext uri="{FF2B5EF4-FFF2-40B4-BE49-F238E27FC236}">
                <a16:creationId xmlns:a16="http://schemas.microsoft.com/office/drawing/2014/main" id="{447C4EF9-A5C2-5947-9C94-BD3C8A011B2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87315" y="4854114"/>
            <a:ext cx="1817370" cy="514350"/>
          </a:xfrm>
          <a:prstGeom prst="rect">
            <a:avLst/>
          </a:prstGeom>
        </p:spPr>
      </p:pic>
      <p:pic>
        <p:nvPicPr>
          <p:cNvPr id="17" name="Picture 16">
            <a:extLst>
              <a:ext uri="{FF2B5EF4-FFF2-40B4-BE49-F238E27FC236}">
                <a16:creationId xmlns:a16="http://schemas.microsoft.com/office/drawing/2014/main" id="{AB13A5EE-7ACD-F44B-B9D4-9E14E16B8E1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237482" y="5539328"/>
            <a:ext cx="3717036" cy="243459"/>
          </a:xfrm>
          <a:prstGeom prst="rect">
            <a:avLst/>
          </a:prstGeom>
        </p:spPr>
      </p:pic>
      <p:grpSp>
        <p:nvGrpSpPr>
          <p:cNvPr id="2" name="Group 1">
            <a:extLst>
              <a:ext uri="{FF2B5EF4-FFF2-40B4-BE49-F238E27FC236}">
                <a16:creationId xmlns:a16="http://schemas.microsoft.com/office/drawing/2014/main" id="{65551F98-0A77-9BFF-9522-8E7ECCBB75CF}"/>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3" name="Rectangle 2">
              <a:extLst>
                <a:ext uri="{FF2B5EF4-FFF2-40B4-BE49-F238E27FC236}">
                  <a16:creationId xmlns:a16="http://schemas.microsoft.com/office/drawing/2014/main" id="{E1BD5278-A732-132E-D1BB-5FC1F8CDD5E2}"/>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BF4F076-A524-9C72-246E-4632FB7B6835}"/>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66D408-FB48-5753-CC50-CD16F619FAFA}"/>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B35BE29-48EB-34E3-E99E-5D6ECC453C11}"/>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3627FE-0E92-6205-F722-7C260F139C8A}"/>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187465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University of Waterloo Faculty of Engineering logo">
            <a:extLst>
              <a:ext uri="{FF2B5EF4-FFF2-40B4-BE49-F238E27FC236}">
                <a16:creationId xmlns:a16="http://schemas.microsoft.com/office/drawing/2014/main" id="{75D18FC7-EB3D-A142-853C-7A6BC4BDE92C}"/>
              </a:ext>
            </a:extLst>
          </p:cNvPr>
          <p:cNvPicPr>
            <a:picLocks noChangeAspect="1"/>
          </p:cNvPicPr>
          <p:nvPr userDrawn="1"/>
        </p:nvPicPr>
        <p:blipFill>
          <a:blip r:embed="rId23" cstate="hqprint">
            <a:extLst>
              <a:ext uri="{28A0092B-C50C-407E-A947-70E740481C1C}">
                <a14:useLocalDpi xmlns:a14="http://schemas.microsoft.com/office/drawing/2010/main" val="0"/>
              </a:ext>
            </a:extLst>
          </a:blip>
          <a:srcRect/>
          <a:stretch/>
        </p:blipFill>
        <p:spPr>
          <a:xfrm>
            <a:off x="8819902" y="5992113"/>
            <a:ext cx="3262499" cy="896736"/>
          </a:xfrm>
          <a:prstGeom prst="rect">
            <a:avLst/>
          </a:prstGeom>
        </p:spPr>
      </p:pic>
      <p:sp>
        <p:nvSpPr>
          <p:cNvPr id="2" name="Title Placeholder 1"/>
          <p:cNvSpPr>
            <a:spLocks noGrp="1"/>
          </p:cNvSpPr>
          <p:nvPr>
            <p:ph type="title"/>
          </p:nvPr>
        </p:nvSpPr>
        <p:spPr>
          <a:xfrm>
            <a:off x="259883" y="434108"/>
            <a:ext cx="11569729" cy="89592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9882" y="1413163"/>
            <a:ext cx="11569729"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8014" y="6335309"/>
            <a:ext cx="1181114"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5FDFC970-B950-4395-A833-47227D4A68CA}" type="datetime1">
              <a:rPr lang="en-US" smtClean="0"/>
              <a:t>7/14/2025</a:t>
            </a:fld>
            <a:endParaRPr lang="en-US" dirty="0"/>
          </a:p>
        </p:txBody>
      </p:sp>
      <p:sp>
        <p:nvSpPr>
          <p:cNvPr id="5" name="Footer Placeholder 4"/>
          <p:cNvSpPr>
            <a:spLocks noGrp="1"/>
          </p:cNvSpPr>
          <p:nvPr>
            <p:ph type="ftr" sz="quarter" idx="3"/>
          </p:nvPr>
        </p:nvSpPr>
        <p:spPr>
          <a:xfrm>
            <a:off x="259882" y="6335309"/>
            <a:ext cx="5226517" cy="250337"/>
          </a:xfrm>
          <a:prstGeom prst="rect">
            <a:avLst/>
          </a:prstGeom>
        </p:spPr>
        <p:txBody>
          <a:bodyPr vert="horz" lIns="91440" tIns="45720" rIns="91440" bIns="45720" rtlCol="0" anchor="ctr"/>
          <a:lstStyle>
            <a:lvl1pPr algn="l">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Progress Update</a:t>
            </a:r>
          </a:p>
        </p:txBody>
      </p:sp>
      <p:sp>
        <p:nvSpPr>
          <p:cNvPr id="6" name="Slide Number Placeholder 5"/>
          <p:cNvSpPr>
            <a:spLocks noGrp="1"/>
          </p:cNvSpPr>
          <p:nvPr>
            <p:ph type="sldNum" sz="quarter" idx="4"/>
          </p:nvPr>
        </p:nvSpPr>
        <p:spPr>
          <a:xfrm>
            <a:off x="5588000" y="6335309"/>
            <a:ext cx="1016000"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PAGE  </a:t>
            </a:r>
            <a:fld id="{93005692-73BE-493E-93AB-ECD6027A7652}" type="slidenum">
              <a:rPr lang="en-US" smtClean="0"/>
              <a:pPr/>
              <a:t>‹#›</a:t>
            </a:fld>
            <a:endParaRPr lang="en-US" dirty="0"/>
          </a:p>
        </p:txBody>
      </p:sp>
      <p:grpSp>
        <p:nvGrpSpPr>
          <p:cNvPr id="9" name="Group 8">
            <a:extLs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6" name="Rectangle 15"/>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3" r:id="rId21"/>
  </p:sldLayoutIdLst>
  <p:transition spd="slow">
    <p:push dir="u"/>
  </p:transition>
  <p:hf hdr="0" dt="0"/>
  <p:txStyles>
    <p:titleStyle>
      <a:lvl1pPr algn="l" defTabSz="914400" rtl="0" eaLnBrk="1" latinLnBrk="0" hangingPunct="1">
        <a:lnSpc>
          <a:spcPct val="85000"/>
        </a:lnSpc>
        <a:spcBef>
          <a:spcPct val="0"/>
        </a:spcBef>
        <a:buNone/>
        <a:defRPr sz="3600" b="1" kern="1200" spc="50" baseline="0">
          <a:solidFill>
            <a:schemeClr val="tx1"/>
          </a:solidFill>
          <a:latin typeface="+mj-lt"/>
          <a:ea typeface="+mj-ea"/>
          <a:cs typeface="+mj-cs"/>
        </a:defRPr>
      </a:lvl1pPr>
    </p:titleStyle>
    <p:body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2740" y="1028940"/>
            <a:ext cx="9605660" cy="1474115"/>
          </a:xfrm>
        </p:spPr>
        <p:txBody>
          <a:bodyPr/>
          <a:lstStyle/>
          <a:p>
            <a:r>
              <a:rPr lang="en-US" dirty="0"/>
              <a:t>Research Progress Update</a:t>
            </a:r>
          </a:p>
        </p:txBody>
      </p:sp>
      <p:sp>
        <p:nvSpPr>
          <p:cNvPr id="3" name="Subtitle 2"/>
          <p:cNvSpPr>
            <a:spLocks noGrp="1"/>
          </p:cNvSpPr>
          <p:nvPr>
            <p:ph type="subTitle" idx="1"/>
          </p:nvPr>
        </p:nvSpPr>
        <p:spPr>
          <a:xfrm>
            <a:off x="452740" y="4266821"/>
            <a:ext cx="5486243" cy="666549"/>
          </a:xfrm>
        </p:spPr>
        <p:txBody>
          <a:bodyPr>
            <a:normAutofit/>
          </a:bodyPr>
          <a:lstStyle/>
          <a:p>
            <a:r>
              <a:rPr lang="en-US" dirty="0"/>
              <a:t>Fateme Mohammad Mohammadi,</a:t>
            </a:r>
            <a:br>
              <a:rPr lang="en-US" dirty="0"/>
            </a:br>
            <a:r>
              <a:rPr lang="en-US" dirty="0"/>
              <a:t>Chemical Engineering</a:t>
            </a:r>
          </a:p>
        </p:txBody>
      </p:sp>
      <p:sp>
        <p:nvSpPr>
          <p:cNvPr id="10" name="Date Placeholder 9"/>
          <p:cNvSpPr>
            <a:spLocks noGrp="1"/>
          </p:cNvSpPr>
          <p:nvPr>
            <p:ph type="dt" sz="half" idx="10"/>
          </p:nvPr>
        </p:nvSpPr>
        <p:spPr>
          <a:xfrm>
            <a:off x="452740" y="2642329"/>
            <a:ext cx="1182916" cy="377962"/>
          </a:xfrm>
        </p:spPr>
        <p:txBody>
          <a:bodyPr/>
          <a:lstStyle/>
          <a:p>
            <a:r>
              <a:rPr lang="en-US" dirty="0"/>
              <a:t>7/14/2025</a:t>
            </a:r>
          </a:p>
        </p:txBody>
      </p:sp>
    </p:spTree>
    <p:extLst>
      <p:ext uri="{BB962C8B-B14F-4D97-AF65-F5344CB8AC3E}">
        <p14:creationId xmlns:p14="http://schemas.microsoft.com/office/powerpoint/2010/main" val="11486365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64B03-949E-0920-127E-37EE31B7668A}"/>
              </a:ext>
            </a:extLst>
          </p:cNvPr>
          <p:cNvSpPr>
            <a:spLocks noGrp="1"/>
          </p:cNvSpPr>
          <p:nvPr>
            <p:ph type="title"/>
          </p:nvPr>
        </p:nvSpPr>
        <p:spPr>
          <a:xfrm>
            <a:off x="259883" y="434108"/>
            <a:ext cx="11569729" cy="895927"/>
          </a:xfrm>
        </p:spPr>
        <p:txBody>
          <a:bodyPr>
            <a:normAutofit fontScale="90000"/>
          </a:bodyPr>
          <a:lstStyle/>
          <a:p>
            <a:r>
              <a:rPr lang="en-US" dirty="0"/>
              <a:t>No use of sigmoid, use both linearized constraints for the whole range</a:t>
            </a:r>
          </a:p>
        </p:txBody>
      </p:sp>
      <p:pic>
        <p:nvPicPr>
          <p:cNvPr id="7" name="Content Placeholder 6">
            <a:extLst>
              <a:ext uri="{FF2B5EF4-FFF2-40B4-BE49-F238E27FC236}">
                <a16:creationId xmlns:a16="http://schemas.microsoft.com/office/drawing/2014/main" id="{03AB6AF2-2F51-FB09-70D8-896D94B99B7D}"/>
              </a:ext>
            </a:extLst>
          </p:cNvPr>
          <p:cNvPicPr>
            <a:picLocks noGrp="1" noChangeAspect="1"/>
          </p:cNvPicPr>
          <p:nvPr>
            <p:ph idx="1"/>
          </p:nvPr>
        </p:nvPicPr>
        <p:blipFill>
          <a:blip r:embed="rId3"/>
          <a:stretch>
            <a:fillRect/>
          </a:stretch>
        </p:blipFill>
        <p:spPr>
          <a:xfrm>
            <a:off x="1298881" y="1412875"/>
            <a:ext cx="9492638" cy="4595813"/>
          </a:xfrm>
        </p:spPr>
      </p:pic>
      <p:sp>
        <p:nvSpPr>
          <p:cNvPr id="4" name="Footer Placeholder 3">
            <a:extLst>
              <a:ext uri="{FF2B5EF4-FFF2-40B4-BE49-F238E27FC236}">
                <a16:creationId xmlns:a16="http://schemas.microsoft.com/office/drawing/2014/main" id="{7EA31895-8E01-BC8F-16DC-572F5B1C7EDD}"/>
              </a:ext>
            </a:extLst>
          </p:cNvPr>
          <p:cNvSpPr>
            <a:spLocks noGrp="1"/>
          </p:cNvSpPr>
          <p:nvPr>
            <p:ph type="ftr" sz="quarter" idx="11"/>
          </p:nvPr>
        </p:nvSpPr>
        <p:spPr>
          <a:xfrm>
            <a:off x="259882" y="6335309"/>
            <a:ext cx="5226517" cy="250337"/>
          </a:xfrm>
        </p:spPr>
        <p:txBody>
          <a:bodyPr/>
          <a:lstStyle/>
          <a:p>
            <a:r>
              <a:rPr lang="en-US" dirty="0"/>
              <a:t>PRESENTATION TITLE</a:t>
            </a:r>
          </a:p>
        </p:txBody>
      </p:sp>
      <p:sp>
        <p:nvSpPr>
          <p:cNvPr id="5" name="Slide Number Placeholder 4">
            <a:extLst>
              <a:ext uri="{FF2B5EF4-FFF2-40B4-BE49-F238E27FC236}">
                <a16:creationId xmlns:a16="http://schemas.microsoft.com/office/drawing/2014/main" id="{478D8EE1-556F-4A5A-F4B7-DB7216C9B154}"/>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a:t>
            </a:fld>
            <a:endParaRPr lang="en-US" dirty="0"/>
          </a:p>
        </p:txBody>
      </p:sp>
    </p:spTree>
    <p:extLst>
      <p:ext uri="{BB962C8B-B14F-4D97-AF65-F5344CB8AC3E}">
        <p14:creationId xmlns:p14="http://schemas.microsoft.com/office/powerpoint/2010/main" val="218369382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9097-1B2C-EC6F-4EF8-F6F385BBA51F}"/>
              </a:ext>
            </a:extLst>
          </p:cNvPr>
          <p:cNvSpPr>
            <a:spLocks noGrp="1"/>
          </p:cNvSpPr>
          <p:nvPr>
            <p:ph type="title"/>
          </p:nvPr>
        </p:nvSpPr>
        <p:spPr>
          <a:xfrm>
            <a:off x="259883" y="434108"/>
            <a:ext cx="11569729" cy="895927"/>
          </a:xfrm>
        </p:spPr>
        <p:txBody>
          <a:bodyPr>
            <a:normAutofit fontScale="90000"/>
          </a:bodyPr>
          <a:lstStyle/>
          <a:p>
            <a:r>
              <a:rPr lang="en-US" dirty="0"/>
              <a:t>No use of sigmoid, use both linearized constraints for the whole range</a:t>
            </a:r>
          </a:p>
        </p:txBody>
      </p:sp>
      <p:pic>
        <p:nvPicPr>
          <p:cNvPr id="7" name="Content Placeholder 6">
            <a:extLst>
              <a:ext uri="{FF2B5EF4-FFF2-40B4-BE49-F238E27FC236}">
                <a16:creationId xmlns:a16="http://schemas.microsoft.com/office/drawing/2014/main" id="{E6243901-992F-E64A-B5A7-65AA59BEFBAE}"/>
              </a:ext>
            </a:extLst>
          </p:cNvPr>
          <p:cNvPicPr>
            <a:picLocks noGrp="1" noChangeAspect="1"/>
          </p:cNvPicPr>
          <p:nvPr>
            <p:ph idx="1"/>
          </p:nvPr>
        </p:nvPicPr>
        <p:blipFill>
          <a:blip r:embed="rId3"/>
          <a:stretch>
            <a:fillRect/>
          </a:stretch>
        </p:blipFill>
        <p:spPr>
          <a:xfrm>
            <a:off x="1488170" y="1412875"/>
            <a:ext cx="9114060" cy="4595813"/>
          </a:xfrm>
        </p:spPr>
      </p:pic>
      <p:sp>
        <p:nvSpPr>
          <p:cNvPr id="4" name="Footer Placeholder 3">
            <a:extLst>
              <a:ext uri="{FF2B5EF4-FFF2-40B4-BE49-F238E27FC236}">
                <a16:creationId xmlns:a16="http://schemas.microsoft.com/office/drawing/2014/main" id="{9D23975B-E9FE-3615-9C41-0676306412FC}"/>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25E30A13-C329-A2E9-92CC-B7B9329C3B2C}"/>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a:t>
            </a:fld>
            <a:endParaRPr lang="en-US" dirty="0"/>
          </a:p>
        </p:txBody>
      </p:sp>
    </p:spTree>
    <p:extLst>
      <p:ext uri="{BB962C8B-B14F-4D97-AF65-F5344CB8AC3E}">
        <p14:creationId xmlns:p14="http://schemas.microsoft.com/office/powerpoint/2010/main" val="271743789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28A0-CB7A-6DEC-B81E-B1731028A8B3}"/>
              </a:ext>
            </a:extLst>
          </p:cNvPr>
          <p:cNvSpPr>
            <a:spLocks noGrp="1"/>
          </p:cNvSpPr>
          <p:nvPr>
            <p:ph type="title"/>
          </p:nvPr>
        </p:nvSpPr>
        <p:spPr>
          <a:xfrm>
            <a:off x="259883" y="434108"/>
            <a:ext cx="11569729" cy="895927"/>
          </a:xfrm>
        </p:spPr>
        <p:txBody>
          <a:bodyPr>
            <a:normAutofit fontScale="90000"/>
          </a:bodyPr>
          <a:lstStyle/>
          <a:p>
            <a:r>
              <a:rPr lang="en-US" dirty="0"/>
              <a:t>No use of sigmoid, use both linearized constraints for the whole range</a:t>
            </a:r>
          </a:p>
        </p:txBody>
      </p:sp>
      <p:pic>
        <p:nvPicPr>
          <p:cNvPr id="7" name="Content Placeholder 6">
            <a:extLst>
              <a:ext uri="{FF2B5EF4-FFF2-40B4-BE49-F238E27FC236}">
                <a16:creationId xmlns:a16="http://schemas.microsoft.com/office/drawing/2014/main" id="{7DCF6361-E96B-C55F-DA9D-E6BF0BB35FFC}"/>
              </a:ext>
            </a:extLst>
          </p:cNvPr>
          <p:cNvPicPr>
            <a:picLocks noGrp="1" noChangeAspect="1"/>
          </p:cNvPicPr>
          <p:nvPr>
            <p:ph idx="1"/>
          </p:nvPr>
        </p:nvPicPr>
        <p:blipFill>
          <a:blip r:embed="rId2"/>
          <a:stretch>
            <a:fillRect/>
          </a:stretch>
        </p:blipFill>
        <p:spPr>
          <a:xfrm>
            <a:off x="3022542" y="1412875"/>
            <a:ext cx="6045315" cy="4595813"/>
          </a:xfrm>
        </p:spPr>
      </p:pic>
      <p:sp>
        <p:nvSpPr>
          <p:cNvPr id="4" name="Footer Placeholder 3">
            <a:extLst>
              <a:ext uri="{FF2B5EF4-FFF2-40B4-BE49-F238E27FC236}">
                <a16:creationId xmlns:a16="http://schemas.microsoft.com/office/drawing/2014/main" id="{B6111BF7-5AE8-D304-F96C-5C68FD56A505}"/>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8AFDA07-964E-12C6-9BBB-C41D31B7B55F}"/>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a:t>
            </a:fld>
            <a:endParaRPr lang="en-US" dirty="0"/>
          </a:p>
        </p:txBody>
      </p:sp>
    </p:spTree>
    <p:extLst>
      <p:ext uri="{BB962C8B-B14F-4D97-AF65-F5344CB8AC3E}">
        <p14:creationId xmlns:p14="http://schemas.microsoft.com/office/powerpoint/2010/main" val="259773684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79607-E433-793F-340E-5F5EEAFBE8FD}"/>
              </a:ext>
            </a:extLst>
          </p:cNvPr>
          <p:cNvSpPr>
            <a:spLocks noGrp="1"/>
          </p:cNvSpPr>
          <p:nvPr>
            <p:ph type="title"/>
          </p:nvPr>
        </p:nvSpPr>
        <p:spPr>
          <a:xfrm>
            <a:off x="259883" y="434108"/>
            <a:ext cx="11569729" cy="895927"/>
          </a:xfrm>
        </p:spPr>
        <p:txBody>
          <a:bodyPr/>
          <a:lstStyle/>
          <a:p>
            <a:r>
              <a:rPr lang="en-US" dirty="0"/>
              <a:t>No use of sigmoid, use second half linearized constraint</a:t>
            </a:r>
          </a:p>
        </p:txBody>
      </p:sp>
      <p:pic>
        <p:nvPicPr>
          <p:cNvPr id="7" name="Content Placeholder 6">
            <a:extLst>
              <a:ext uri="{FF2B5EF4-FFF2-40B4-BE49-F238E27FC236}">
                <a16:creationId xmlns:a16="http://schemas.microsoft.com/office/drawing/2014/main" id="{11003918-CA92-1186-8539-46A5530B65B5}"/>
              </a:ext>
            </a:extLst>
          </p:cNvPr>
          <p:cNvPicPr>
            <a:picLocks noGrp="1" noChangeAspect="1"/>
          </p:cNvPicPr>
          <p:nvPr>
            <p:ph idx="1"/>
          </p:nvPr>
        </p:nvPicPr>
        <p:blipFill>
          <a:blip r:embed="rId3"/>
          <a:stretch>
            <a:fillRect/>
          </a:stretch>
        </p:blipFill>
        <p:spPr>
          <a:xfrm>
            <a:off x="1587071" y="1412875"/>
            <a:ext cx="8916257" cy="4595813"/>
          </a:xfrm>
        </p:spPr>
      </p:pic>
      <p:sp>
        <p:nvSpPr>
          <p:cNvPr id="4" name="Footer Placeholder 3">
            <a:extLst>
              <a:ext uri="{FF2B5EF4-FFF2-40B4-BE49-F238E27FC236}">
                <a16:creationId xmlns:a16="http://schemas.microsoft.com/office/drawing/2014/main" id="{96862743-5D05-5268-98BC-F0026D67D230}"/>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D8E3FF0-C7A7-6E60-4E94-0AC458911B66}"/>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5</a:t>
            </a:fld>
            <a:endParaRPr lang="en-US" dirty="0"/>
          </a:p>
        </p:txBody>
      </p:sp>
    </p:spTree>
    <p:extLst>
      <p:ext uri="{BB962C8B-B14F-4D97-AF65-F5344CB8AC3E}">
        <p14:creationId xmlns:p14="http://schemas.microsoft.com/office/powerpoint/2010/main" val="94839208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09474-3B2B-9BB0-5E79-95943BB7AC52}"/>
              </a:ext>
            </a:extLst>
          </p:cNvPr>
          <p:cNvSpPr>
            <a:spLocks noGrp="1"/>
          </p:cNvSpPr>
          <p:nvPr>
            <p:ph type="title"/>
          </p:nvPr>
        </p:nvSpPr>
        <p:spPr>
          <a:xfrm>
            <a:off x="259883" y="434108"/>
            <a:ext cx="11569729" cy="895927"/>
          </a:xfrm>
        </p:spPr>
        <p:txBody>
          <a:bodyPr/>
          <a:lstStyle/>
          <a:p>
            <a:r>
              <a:rPr lang="en-US" dirty="0"/>
              <a:t>No use of sigmoid, use second half linearized constraint</a:t>
            </a:r>
          </a:p>
        </p:txBody>
      </p:sp>
      <p:pic>
        <p:nvPicPr>
          <p:cNvPr id="7" name="Content Placeholder 6">
            <a:extLst>
              <a:ext uri="{FF2B5EF4-FFF2-40B4-BE49-F238E27FC236}">
                <a16:creationId xmlns:a16="http://schemas.microsoft.com/office/drawing/2014/main" id="{9661D37A-E5FE-32C1-D9BF-6645B7B7B4C8}"/>
              </a:ext>
            </a:extLst>
          </p:cNvPr>
          <p:cNvPicPr>
            <a:picLocks noGrp="1" noChangeAspect="1"/>
          </p:cNvPicPr>
          <p:nvPr>
            <p:ph idx="1"/>
          </p:nvPr>
        </p:nvPicPr>
        <p:blipFill>
          <a:blip r:embed="rId3"/>
          <a:stretch>
            <a:fillRect/>
          </a:stretch>
        </p:blipFill>
        <p:spPr>
          <a:xfrm>
            <a:off x="1563098" y="1412875"/>
            <a:ext cx="8964204" cy="4595813"/>
          </a:xfrm>
        </p:spPr>
      </p:pic>
      <p:sp>
        <p:nvSpPr>
          <p:cNvPr id="4" name="Footer Placeholder 3">
            <a:extLst>
              <a:ext uri="{FF2B5EF4-FFF2-40B4-BE49-F238E27FC236}">
                <a16:creationId xmlns:a16="http://schemas.microsoft.com/office/drawing/2014/main" id="{CDE1E4FB-16BE-1AEA-8577-50D7BAC1A69D}"/>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BB901F5-F310-67AE-E32F-A11F3FCC8CDD}"/>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6</a:t>
            </a:fld>
            <a:endParaRPr lang="en-US" dirty="0"/>
          </a:p>
        </p:txBody>
      </p:sp>
    </p:spTree>
    <p:extLst>
      <p:ext uri="{BB962C8B-B14F-4D97-AF65-F5344CB8AC3E}">
        <p14:creationId xmlns:p14="http://schemas.microsoft.com/office/powerpoint/2010/main" val="322978174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46B1-17FE-FB7B-9171-54B8660C9580}"/>
              </a:ext>
            </a:extLst>
          </p:cNvPr>
          <p:cNvSpPr>
            <a:spLocks noGrp="1"/>
          </p:cNvSpPr>
          <p:nvPr>
            <p:ph type="title"/>
          </p:nvPr>
        </p:nvSpPr>
        <p:spPr>
          <a:xfrm>
            <a:off x="259883" y="434108"/>
            <a:ext cx="11569729" cy="895927"/>
          </a:xfrm>
        </p:spPr>
        <p:txBody>
          <a:bodyPr>
            <a:normAutofit/>
          </a:bodyPr>
          <a:lstStyle/>
          <a:p>
            <a:r>
              <a:rPr lang="en-US" dirty="0"/>
              <a:t>No use of sigmoid, use second half linearized constraint</a:t>
            </a:r>
          </a:p>
        </p:txBody>
      </p:sp>
      <p:pic>
        <p:nvPicPr>
          <p:cNvPr id="7" name="Content Placeholder 6">
            <a:extLst>
              <a:ext uri="{FF2B5EF4-FFF2-40B4-BE49-F238E27FC236}">
                <a16:creationId xmlns:a16="http://schemas.microsoft.com/office/drawing/2014/main" id="{009369AA-9D45-22C1-4BFB-7AEA67BF35C7}"/>
              </a:ext>
            </a:extLst>
          </p:cNvPr>
          <p:cNvPicPr>
            <a:picLocks noGrp="1" noChangeAspect="1"/>
          </p:cNvPicPr>
          <p:nvPr>
            <p:ph idx="1"/>
          </p:nvPr>
        </p:nvPicPr>
        <p:blipFill>
          <a:blip r:embed="rId2"/>
          <a:stretch>
            <a:fillRect/>
          </a:stretch>
        </p:blipFill>
        <p:spPr>
          <a:xfrm>
            <a:off x="3201590" y="1472094"/>
            <a:ext cx="5687219" cy="4477375"/>
          </a:xfrm>
        </p:spPr>
      </p:pic>
      <p:sp>
        <p:nvSpPr>
          <p:cNvPr id="4" name="Footer Placeholder 3">
            <a:extLst>
              <a:ext uri="{FF2B5EF4-FFF2-40B4-BE49-F238E27FC236}">
                <a16:creationId xmlns:a16="http://schemas.microsoft.com/office/drawing/2014/main" id="{B3D0CFA8-9525-5D76-A033-5836626C90F0}"/>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627BF47B-4FD4-58C6-329E-BD04B79FECBF}"/>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7</a:t>
            </a:fld>
            <a:endParaRPr lang="en-US" dirty="0"/>
          </a:p>
        </p:txBody>
      </p:sp>
    </p:spTree>
    <p:extLst>
      <p:ext uri="{BB962C8B-B14F-4D97-AF65-F5344CB8AC3E}">
        <p14:creationId xmlns:p14="http://schemas.microsoft.com/office/powerpoint/2010/main" val="151787254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A0DE-D51B-4C44-F67A-A8B2F57702F1}"/>
              </a:ext>
            </a:extLst>
          </p:cNvPr>
          <p:cNvSpPr>
            <a:spLocks noGrp="1"/>
          </p:cNvSpPr>
          <p:nvPr>
            <p:ph type="title"/>
          </p:nvPr>
        </p:nvSpPr>
        <p:spPr>
          <a:xfrm>
            <a:off x="259883" y="434108"/>
            <a:ext cx="11569729" cy="895927"/>
          </a:xfrm>
        </p:spPr>
        <p:txBody>
          <a:bodyPr/>
          <a:lstStyle/>
          <a:p>
            <a:r>
              <a:rPr lang="en-US" dirty="0"/>
              <a:t>No use of sigmoid, use first half linearized constraint</a:t>
            </a:r>
          </a:p>
        </p:txBody>
      </p:sp>
      <p:pic>
        <p:nvPicPr>
          <p:cNvPr id="7" name="Content Placeholder 6">
            <a:extLst>
              <a:ext uri="{FF2B5EF4-FFF2-40B4-BE49-F238E27FC236}">
                <a16:creationId xmlns:a16="http://schemas.microsoft.com/office/drawing/2014/main" id="{955591AE-53FE-65AA-B2A7-FC9BB5F45DF9}"/>
              </a:ext>
            </a:extLst>
          </p:cNvPr>
          <p:cNvPicPr>
            <a:picLocks noGrp="1" noChangeAspect="1"/>
          </p:cNvPicPr>
          <p:nvPr>
            <p:ph idx="1"/>
          </p:nvPr>
        </p:nvPicPr>
        <p:blipFill>
          <a:blip r:embed="rId3"/>
          <a:stretch>
            <a:fillRect/>
          </a:stretch>
        </p:blipFill>
        <p:spPr>
          <a:xfrm>
            <a:off x="3640040" y="1412875"/>
            <a:ext cx="4810320" cy="4595813"/>
          </a:xfrm>
        </p:spPr>
      </p:pic>
      <p:sp>
        <p:nvSpPr>
          <p:cNvPr id="4" name="Footer Placeholder 3">
            <a:extLst>
              <a:ext uri="{FF2B5EF4-FFF2-40B4-BE49-F238E27FC236}">
                <a16:creationId xmlns:a16="http://schemas.microsoft.com/office/drawing/2014/main" id="{E1EDF82A-DC52-08CE-0E32-411FE09C3409}"/>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EEFBCBF-C91C-5C3B-D5D5-AF13EBF4B67C}"/>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8</a:t>
            </a:fld>
            <a:endParaRPr lang="en-US" dirty="0"/>
          </a:p>
        </p:txBody>
      </p:sp>
    </p:spTree>
    <p:extLst>
      <p:ext uri="{BB962C8B-B14F-4D97-AF65-F5344CB8AC3E}">
        <p14:creationId xmlns:p14="http://schemas.microsoft.com/office/powerpoint/2010/main" val="246648237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C1D7-8DE0-78A3-50DC-6C77157651EE}"/>
              </a:ext>
            </a:extLst>
          </p:cNvPr>
          <p:cNvSpPr>
            <a:spLocks noGrp="1"/>
          </p:cNvSpPr>
          <p:nvPr>
            <p:ph type="title"/>
          </p:nvPr>
        </p:nvSpPr>
        <p:spPr>
          <a:xfrm>
            <a:off x="259883" y="434108"/>
            <a:ext cx="11569729" cy="895927"/>
          </a:xfrm>
        </p:spPr>
        <p:txBody>
          <a:bodyPr/>
          <a:lstStyle/>
          <a:p>
            <a:r>
              <a:rPr lang="en-US" dirty="0"/>
              <a:t>No use of sigmoid, use first half linearized constraint</a:t>
            </a:r>
          </a:p>
        </p:txBody>
      </p:sp>
      <p:pic>
        <p:nvPicPr>
          <p:cNvPr id="7" name="Content Placeholder 6">
            <a:extLst>
              <a:ext uri="{FF2B5EF4-FFF2-40B4-BE49-F238E27FC236}">
                <a16:creationId xmlns:a16="http://schemas.microsoft.com/office/drawing/2014/main" id="{BC141102-877E-929E-FBA1-FC293C9CB427}"/>
              </a:ext>
            </a:extLst>
          </p:cNvPr>
          <p:cNvPicPr>
            <a:picLocks noGrp="1" noChangeAspect="1"/>
          </p:cNvPicPr>
          <p:nvPr>
            <p:ph idx="1"/>
          </p:nvPr>
        </p:nvPicPr>
        <p:blipFill>
          <a:blip r:embed="rId3"/>
          <a:stretch>
            <a:fillRect/>
          </a:stretch>
        </p:blipFill>
        <p:spPr>
          <a:xfrm>
            <a:off x="1615457" y="1457804"/>
            <a:ext cx="8859486" cy="4505954"/>
          </a:xfrm>
        </p:spPr>
      </p:pic>
      <p:sp>
        <p:nvSpPr>
          <p:cNvPr id="4" name="Footer Placeholder 3">
            <a:extLst>
              <a:ext uri="{FF2B5EF4-FFF2-40B4-BE49-F238E27FC236}">
                <a16:creationId xmlns:a16="http://schemas.microsoft.com/office/drawing/2014/main" id="{5CD6CE22-80F2-B32E-0FC2-A4640C13D798}"/>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723943F-098E-2DF7-E5F5-FA2B68B67F6E}"/>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9</a:t>
            </a:fld>
            <a:endParaRPr lang="en-US" dirty="0"/>
          </a:p>
        </p:txBody>
      </p:sp>
    </p:spTree>
    <p:extLst>
      <p:ext uri="{BB962C8B-B14F-4D97-AF65-F5344CB8AC3E}">
        <p14:creationId xmlns:p14="http://schemas.microsoft.com/office/powerpoint/2010/main" val="70744333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F4F4-B590-79DE-0A17-AE102BF773B2}"/>
              </a:ext>
            </a:extLst>
          </p:cNvPr>
          <p:cNvSpPr>
            <a:spLocks noGrp="1"/>
          </p:cNvSpPr>
          <p:nvPr>
            <p:ph type="title"/>
          </p:nvPr>
        </p:nvSpPr>
        <p:spPr>
          <a:xfrm>
            <a:off x="259883" y="434108"/>
            <a:ext cx="11569729" cy="895927"/>
          </a:xfrm>
        </p:spPr>
        <p:txBody>
          <a:bodyPr/>
          <a:lstStyle/>
          <a:p>
            <a:r>
              <a:rPr lang="en-US" dirty="0"/>
              <a:t>No use of sigmoid, use first half linearized constraint</a:t>
            </a:r>
          </a:p>
        </p:txBody>
      </p:sp>
      <p:pic>
        <p:nvPicPr>
          <p:cNvPr id="7" name="Content Placeholder 6">
            <a:extLst>
              <a:ext uri="{FF2B5EF4-FFF2-40B4-BE49-F238E27FC236}">
                <a16:creationId xmlns:a16="http://schemas.microsoft.com/office/drawing/2014/main" id="{4926C748-B538-B696-B316-847B1A4DA1AB}"/>
              </a:ext>
            </a:extLst>
          </p:cNvPr>
          <p:cNvPicPr>
            <a:picLocks noGrp="1" noChangeAspect="1"/>
          </p:cNvPicPr>
          <p:nvPr>
            <p:ph idx="1"/>
          </p:nvPr>
        </p:nvPicPr>
        <p:blipFill>
          <a:blip r:embed="rId2"/>
          <a:stretch>
            <a:fillRect/>
          </a:stretch>
        </p:blipFill>
        <p:spPr>
          <a:xfrm>
            <a:off x="3072985" y="1457804"/>
            <a:ext cx="5944430" cy="4505954"/>
          </a:xfrm>
        </p:spPr>
      </p:pic>
      <p:sp>
        <p:nvSpPr>
          <p:cNvPr id="4" name="Footer Placeholder 3">
            <a:extLst>
              <a:ext uri="{FF2B5EF4-FFF2-40B4-BE49-F238E27FC236}">
                <a16:creationId xmlns:a16="http://schemas.microsoft.com/office/drawing/2014/main" id="{F073B794-AED8-E5F9-A6DA-B0D9ECFB3F13}"/>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4BD69167-D532-BB88-1C82-5EE8790E04D0}"/>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10</a:t>
            </a:fld>
            <a:endParaRPr lang="en-US" dirty="0"/>
          </a:p>
        </p:txBody>
      </p:sp>
    </p:spTree>
    <p:extLst>
      <p:ext uri="{BB962C8B-B14F-4D97-AF65-F5344CB8AC3E}">
        <p14:creationId xmlns:p14="http://schemas.microsoft.com/office/powerpoint/2010/main" val="163898909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926F0-59F0-566D-6DDE-5DB83C880E18}"/>
              </a:ext>
            </a:extLst>
          </p:cNvPr>
          <p:cNvSpPr>
            <a:spLocks noGrp="1"/>
          </p:cNvSpPr>
          <p:nvPr>
            <p:ph type="title"/>
          </p:nvPr>
        </p:nvSpPr>
        <p:spPr>
          <a:xfrm>
            <a:off x="259883" y="434108"/>
            <a:ext cx="11569729" cy="895927"/>
          </a:xfrm>
        </p:spPr>
        <p:txBody>
          <a:bodyPr/>
          <a:lstStyle/>
          <a:p>
            <a:r>
              <a:rPr lang="en-US" dirty="0"/>
              <a:t>Architecture of the model</a:t>
            </a:r>
          </a:p>
        </p:txBody>
      </p:sp>
      <p:pic>
        <p:nvPicPr>
          <p:cNvPr id="7" name="Content Placeholder 6">
            <a:extLst>
              <a:ext uri="{FF2B5EF4-FFF2-40B4-BE49-F238E27FC236}">
                <a16:creationId xmlns:a16="http://schemas.microsoft.com/office/drawing/2014/main" id="{0B7FC702-13C0-88DF-A173-CE386A8E3BE4}"/>
              </a:ext>
            </a:extLst>
          </p:cNvPr>
          <p:cNvPicPr>
            <a:picLocks noGrp="1" noChangeAspect="1"/>
          </p:cNvPicPr>
          <p:nvPr>
            <p:ph idx="1"/>
          </p:nvPr>
        </p:nvPicPr>
        <p:blipFill>
          <a:blip r:embed="rId2"/>
          <a:stretch>
            <a:fillRect/>
          </a:stretch>
        </p:blipFill>
        <p:spPr>
          <a:xfrm>
            <a:off x="3491597" y="1412875"/>
            <a:ext cx="5107206" cy="4595813"/>
          </a:xfrm>
        </p:spPr>
      </p:pic>
      <p:sp>
        <p:nvSpPr>
          <p:cNvPr id="4" name="Footer Placeholder 3">
            <a:extLst>
              <a:ext uri="{FF2B5EF4-FFF2-40B4-BE49-F238E27FC236}">
                <a16:creationId xmlns:a16="http://schemas.microsoft.com/office/drawing/2014/main" id="{00A63489-5F6F-C256-9026-D39B082AD14B}"/>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4EA750E-9CB9-447B-C1EC-C85F53FF674E}"/>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11</a:t>
            </a:fld>
            <a:endParaRPr lang="en-US" dirty="0"/>
          </a:p>
        </p:txBody>
      </p:sp>
    </p:spTree>
    <p:extLst>
      <p:ext uri="{BB962C8B-B14F-4D97-AF65-F5344CB8AC3E}">
        <p14:creationId xmlns:p14="http://schemas.microsoft.com/office/powerpoint/2010/main" val="292766459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5DCDF-FF7E-B098-9EA3-43FCDB4DDBA5}"/>
              </a:ext>
            </a:extLst>
          </p:cNvPr>
          <p:cNvSpPr>
            <a:spLocks noGrp="1"/>
          </p:cNvSpPr>
          <p:nvPr>
            <p:ph type="title"/>
          </p:nvPr>
        </p:nvSpPr>
        <p:spPr>
          <a:xfrm>
            <a:off x="259883" y="434108"/>
            <a:ext cx="11569729" cy="895927"/>
          </a:xfrm>
        </p:spPr>
        <p:txBody>
          <a:bodyPr/>
          <a:lstStyle/>
          <a:p>
            <a:r>
              <a:rPr lang="en-US" dirty="0"/>
              <a:t>Architecture of the model</a:t>
            </a:r>
          </a:p>
        </p:txBody>
      </p:sp>
      <p:pic>
        <p:nvPicPr>
          <p:cNvPr id="7" name="Content Placeholder 6">
            <a:extLst>
              <a:ext uri="{FF2B5EF4-FFF2-40B4-BE49-F238E27FC236}">
                <a16:creationId xmlns:a16="http://schemas.microsoft.com/office/drawing/2014/main" id="{9248B793-C49D-287C-32C8-B00C8EDE9E0E}"/>
              </a:ext>
            </a:extLst>
          </p:cNvPr>
          <p:cNvPicPr>
            <a:picLocks noGrp="1" noChangeAspect="1"/>
          </p:cNvPicPr>
          <p:nvPr>
            <p:ph idx="1"/>
          </p:nvPr>
        </p:nvPicPr>
        <p:blipFill>
          <a:blip r:embed="rId2"/>
          <a:stretch>
            <a:fillRect/>
          </a:stretch>
        </p:blipFill>
        <p:spPr>
          <a:xfrm>
            <a:off x="2889650" y="1412875"/>
            <a:ext cx="6311100" cy="4595813"/>
          </a:xfrm>
        </p:spPr>
      </p:pic>
      <p:sp>
        <p:nvSpPr>
          <p:cNvPr id="4" name="Footer Placeholder 3">
            <a:extLst>
              <a:ext uri="{FF2B5EF4-FFF2-40B4-BE49-F238E27FC236}">
                <a16:creationId xmlns:a16="http://schemas.microsoft.com/office/drawing/2014/main" id="{A0B35DE1-7A24-E015-C26D-B70440332702}"/>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0F2DD1B-A919-FDDE-CBAB-EEF63D20B7D6}"/>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12</a:t>
            </a:fld>
            <a:endParaRPr lang="en-US" dirty="0"/>
          </a:p>
        </p:txBody>
      </p:sp>
    </p:spTree>
    <p:extLst>
      <p:ext uri="{BB962C8B-B14F-4D97-AF65-F5344CB8AC3E}">
        <p14:creationId xmlns:p14="http://schemas.microsoft.com/office/powerpoint/2010/main" val="15381388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880-8569-37FD-4124-6706CBA4840A}"/>
              </a:ext>
            </a:extLst>
          </p:cNvPr>
          <p:cNvSpPr>
            <a:spLocks noGrp="1"/>
          </p:cNvSpPr>
          <p:nvPr>
            <p:ph type="title"/>
          </p:nvPr>
        </p:nvSpPr>
        <p:spPr>
          <a:xfrm>
            <a:off x="259883" y="434108"/>
            <a:ext cx="11569729" cy="895927"/>
          </a:xfrm>
        </p:spPr>
        <p:txBody>
          <a:bodyPr/>
          <a:lstStyle/>
          <a:p>
            <a:r>
              <a:rPr lang="en-US" dirty="0"/>
              <a:t>Use of sigmoid, use second half linearized constraint</a:t>
            </a:r>
          </a:p>
        </p:txBody>
      </p:sp>
      <p:pic>
        <p:nvPicPr>
          <p:cNvPr id="7" name="Content Placeholder 6">
            <a:extLst>
              <a:ext uri="{FF2B5EF4-FFF2-40B4-BE49-F238E27FC236}">
                <a16:creationId xmlns:a16="http://schemas.microsoft.com/office/drawing/2014/main" id="{6D385087-CA98-F0CA-29FD-B0901DEC593C}"/>
              </a:ext>
            </a:extLst>
          </p:cNvPr>
          <p:cNvPicPr>
            <a:picLocks noGrp="1" noChangeAspect="1"/>
          </p:cNvPicPr>
          <p:nvPr>
            <p:ph idx="1"/>
          </p:nvPr>
        </p:nvPicPr>
        <p:blipFill>
          <a:blip r:embed="rId3"/>
          <a:stretch>
            <a:fillRect/>
          </a:stretch>
        </p:blipFill>
        <p:spPr>
          <a:xfrm>
            <a:off x="1758296" y="1412875"/>
            <a:ext cx="8573807" cy="4595813"/>
          </a:xfrm>
        </p:spPr>
      </p:pic>
      <p:sp>
        <p:nvSpPr>
          <p:cNvPr id="4" name="Footer Placeholder 3">
            <a:extLst>
              <a:ext uri="{FF2B5EF4-FFF2-40B4-BE49-F238E27FC236}">
                <a16:creationId xmlns:a16="http://schemas.microsoft.com/office/drawing/2014/main" id="{F20CBD59-500A-02BA-ADBB-8436A872B69C}"/>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6C80AFA2-359C-4227-2B4C-B6DAF18B4D96}"/>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13</a:t>
            </a:fld>
            <a:endParaRPr lang="en-US" dirty="0"/>
          </a:p>
        </p:txBody>
      </p:sp>
    </p:spTree>
    <p:extLst>
      <p:ext uri="{BB962C8B-B14F-4D97-AF65-F5344CB8AC3E}">
        <p14:creationId xmlns:p14="http://schemas.microsoft.com/office/powerpoint/2010/main" val="124844061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C850-DC33-B340-9BE0-2A0B1F121F63}"/>
              </a:ext>
            </a:extLst>
          </p:cNvPr>
          <p:cNvSpPr>
            <a:spLocks noGrp="1"/>
          </p:cNvSpPr>
          <p:nvPr>
            <p:ph type="title"/>
          </p:nvPr>
        </p:nvSpPr>
        <p:spPr>
          <a:xfrm>
            <a:off x="259883" y="434108"/>
            <a:ext cx="11569729" cy="895927"/>
          </a:xfrm>
        </p:spPr>
        <p:txBody>
          <a:bodyPr/>
          <a:lstStyle/>
          <a:p>
            <a:r>
              <a:rPr lang="en-US" dirty="0"/>
              <a:t>Use of sigmoid, use second half linearized constraint</a:t>
            </a:r>
          </a:p>
        </p:txBody>
      </p:sp>
      <p:pic>
        <p:nvPicPr>
          <p:cNvPr id="7" name="Content Placeholder 6">
            <a:extLst>
              <a:ext uri="{FF2B5EF4-FFF2-40B4-BE49-F238E27FC236}">
                <a16:creationId xmlns:a16="http://schemas.microsoft.com/office/drawing/2014/main" id="{A2D4BA89-A5D1-4992-1BC1-DEDBB9BC3A89}"/>
              </a:ext>
            </a:extLst>
          </p:cNvPr>
          <p:cNvPicPr>
            <a:picLocks noGrp="1" noChangeAspect="1"/>
          </p:cNvPicPr>
          <p:nvPr>
            <p:ph idx="1"/>
          </p:nvPr>
        </p:nvPicPr>
        <p:blipFill>
          <a:blip r:embed="rId2"/>
          <a:stretch>
            <a:fillRect/>
          </a:stretch>
        </p:blipFill>
        <p:spPr>
          <a:xfrm>
            <a:off x="1446127" y="1412875"/>
            <a:ext cx="9198145" cy="4595813"/>
          </a:xfrm>
        </p:spPr>
      </p:pic>
      <p:sp>
        <p:nvSpPr>
          <p:cNvPr id="4" name="Footer Placeholder 3">
            <a:extLst>
              <a:ext uri="{FF2B5EF4-FFF2-40B4-BE49-F238E27FC236}">
                <a16:creationId xmlns:a16="http://schemas.microsoft.com/office/drawing/2014/main" id="{A3DEBEDB-BBA7-7CE6-5B5E-FC14E1666150}"/>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BA0D45E-7014-7418-4FC8-B28D65540456}"/>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14</a:t>
            </a:fld>
            <a:endParaRPr lang="en-US" dirty="0"/>
          </a:p>
        </p:txBody>
      </p:sp>
    </p:spTree>
    <p:extLst>
      <p:ext uri="{BB962C8B-B14F-4D97-AF65-F5344CB8AC3E}">
        <p14:creationId xmlns:p14="http://schemas.microsoft.com/office/powerpoint/2010/main" val="175882589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4CC91-908A-25BF-8529-391945FE3EB9}"/>
              </a:ext>
            </a:extLst>
          </p:cNvPr>
          <p:cNvSpPr>
            <a:spLocks noGrp="1"/>
          </p:cNvSpPr>
          <p:nvPr>
            <p:ph type="title"/>
          </p:nvPr>
        </p:nvSpPr>
        <p:spPr>
          <a:xfrm>
            <a:off x="259883" y="434108"/>
            <a:ext cx="11569729" cy="895927"/>
          </a:xfrm>
        </p:spPr>
        <p:txBody>
          <a:bodyPr/>
          <a:lstStyle/>
          <a:p>
            <a:r>
              <a:rPr lang="en-US" dirty="0"/>
              <a:t>Use of sigmoid, use second half linearized constraint</a:t>
            </a:r>
          </a:p>
        </p:txBody>
      </p:sp>
      <p:pic>
        <p:nvPicPr>
          <p:cNvPr id="7" name="Content Placeholder 6">
            <a:extLst>
              <a:ext uri="{FF2B5EF4-FFF2-40B4-BE49-F238E27FC236}">
                <a16:creationId xmlns:a16="http://schemas.microsoft.com/office/drawing/2014/main" id="{6563897D-72B8-E696-2E5B-B4ED5B5A7208}"/>
              </a:ext>
            </a:extLst>
          </p:cNvPr>
          <p:cNvPicPr>
            <a:picLocks noGrp="1" noChangeAspect="1"/>
          </p:cNvPicPr>
          <p:nvPr>
            <p:ph idx="1"/>
          </p:nvPr>
        </p:nvPicPr>
        <p:blipFill>
          <a:blip r:embed="rId3"/>
          <a:stretch>
            <a:fillRect/>
          </a:stretch>
        </p:blipFill>
        <p:spPr>
          <a:xfrm>
            <a:off x="3158722" y="1457804"/>
            <a:ext cx="5772956" cy="4505954"/>
          </a:xfrm>
        </p:spPr>
      </p:pic>
      <p:sp>
        <p:nvSpPr>
          <p:cNvPr id="4" name="Footer Placeholder 3">
            <a:extLst>
              <a:ext uri="{FF2B5EF4-FFF2-40B4-BE49-F238E27FC236}">
                <a16:creationId xmlns:a16="http://schemas.microsoft.com/office/drawing/2014/main" id="{CD779EFD-2345-0BCB-7FA3-0CAF4B9FFCD6}"/>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6A07159-4B46-F9F1-A662-B8C89D20A051}"/>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15</a:t>
            </a:fld>
            <a:endParaRPr lang="en-US" dirty="0"/>
          </a:p>
        </p:txBody>
      </p:sp>
    </p:spTree>
    <p:extLst>
      <p:ext uri="{BB962C8B-B14F-4D97-AF65-F5344CB8AC3E}">
        <p14:creationId xmlns:p14="http://schemas.microsoft.com/office/powerpoint/2010/main" val="364145530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593CD-B6CA-23D4-6FDC-F9CE6D504077}"/>
              </a:ext>
            </a:extLst>
          </p:cNvPr>
          <p:cNvSpPr>
            <a:spLocks noGrp="1"/>
          </p:cNvSpPr>
          <p:nvPr>
            <p:ph type="title"/>
          </p:nvPr>
        </p:nvSpPr>
        <p:spPr>
          <a:xfrm>
            <a:off x="259883" y="434108"/>
            <a:ext cx="11569729" cy="895927"/>
          </a:xfrm>
        </p:spPr>
        <p:txBody>
          <a:bodyPr/>
          <a:lstStyle/>
          <a:p>
            <a:r>
              <a:rPr lang="en-US" dirty="0"/>
              <a:t>Use of sigmoid, use first half linearized constraint</a:t>
            </a:r>
          </a:p>
        </p:txBody>
      </p:sp>
      <p:pic>
        <p:nvPicPr>
          <p:cNvPr id="7" name="Content Placeholder 6">
            <a:extLst>
              <a:ext uri="{FF2B5EF4-FFF2-40B4-BE49-F238E27FC236}">
                <a16:creationId xmlns:a16="http://schemas.microsoft.com/office/drawing/2014/main" id="{636F9EB8-A54D-6CC5-4AE2-F38BE568D371}"/>
              </a:ext>
            </a:extLst>
          </p:cNvPr>
          <p:cNvPicPr>
            <a:picLocks noGrp="1" noChangeAspect="1"/>
          </p:cNvPicPr>
          <p:nvPr>
            <p:ph idx="1"/>
          </p:nvPr>
        </p:nvPicPr>
        <p:blipFill>
          <a:blip r:embed="rId3"/>
          <a:stretch>
            <a:fillRect/>
          </a:stretch>
        </p:blipFill>
        <p:spPr>
          <a:xfrm>
            <a:off x="1774503" y="1412875"/>
            <a:ext cx="8541394" cy="4595813"/>
          </a:xfrm>
        </p:spPr>
      </p:pic>
      <p:sp>
        <p:nvSpPr>
          <p:cNvPr id="4" name="Footer Placeholder 3">
            <a:extLst>
              <a:ext uri="{FF2B5EF4-FFF2-40B4-BE49-F238E27FC236}">
                <a16:creationId xmlns:a16="http://schemas.microsoft.com/office/drawing/2014/main" id="{D0CFB33D-F1E9-B59B-85AB-43235D679AC1}"/>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FC463E6D-81B3-82F4-A95E-EE9233346DCB}"/>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16</a:t>
            </a:fld>
            <a:endParaRPr lang="en-US" dirty="0"/>
          </a:p>
        </p:txBody>
      </p:sp>
    </p:spTree>
    <p:extLst>
      <p:ext uri="{BB962C8B-B14F-4D97-AF65-F5344CB8AC3E}">
        <p14:creationId xmlns:p14="http://schemas.microsoft.com/office/powerpoint/2010/main" val="121659898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08801-B097-215D-95DB-CE26AF23280F}"/>
              </a:ext>
            </a:extLst>
          </p:cNvPr>
          <p:cNvSpPr>
            <a:spLocks noGrp="1"/>
          </p:cNvSpPr>
          <p:nvPr>
            <p:ph type="title"/>
          </p:nvPr>
        </p:nvSpPr>
        <p:spPr>
          <a:xfrm>
            <a:off x="259883" y="434108"/>
            <a:ext cx="11569729" cy="895927"/>
          </a:xfrm>
        </p:spPr>
        <p:txBody>
          <a:bodyPr/>
          <a:lstStyle/>
          <a:p>
            <a:r>
              <a:rPr lang="en-US" dirty="0"/>
              <a:t>Use of sigmoid, use first half linearized constraint</a:t>
            </a:r>
          </a:p>
        </p:txBody>
      </p:sp>
      <p:pic>
        <p:nvPicPr>
          <p:cNvPr id="7" name="Content Placeholder 6">
            <a:extLst>
              <a:ext uri="{FF2B5EF4-FFF2-40B4-BE49-F238E27FC236}">
                <a16:creationId xmlns:a16="http://schemas.microsoft.com/office/drawing/2014/main" id="{FCACF077-EFB2-ADB6-D386-3965F5E5E95D}"/>
              </a:ext>
            </a:extLst>
          </p:cNvPr>
          <p:cNvPicPr>
            <a:picLocks noGrp="1" noChangeAspect="1"/>
          </p:cNvPicPr>
          <p:nvPr>
            <p:ph idx="1"/>
          </p:nvPr>
        </p:nvPicPr>
        <p:blipFill>
          <a:blip r:embed="rId2"/>
          <a:stretch>
            <a:fillRect/>
          </a:stretch>
        </p:blipFill>
        <p:spPr>
          <a:xfrm>
            <a:off x="1636503" y="1412875"/>
            <a:ext cx="8817394" cy="4595813"/>
          </a:xfrm>
        </p:spPr>
      </p:pic>
      <p:sp>
        <p:nvSpPr>
          <p:cNvPr id="4" name="Footer Placeholder 3">
            <a:extLst>
              <a:ext uri="{FF2B5EF4-FFF2-40B4-BE49-F238E27FC236}">
                <a16:creationId xmlns:a16="http://schemas.microsoft.com/office/drawing/2014/main" id="{BBB4EA77-83A0-CB92-1569-F2FAFA48D6D3}"/>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8512E60-24F0-6710-7099-C9D0CAF0E1FB}"/>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17</a:t>
            </a:fld>
            <a:endParaRPr lang="en-US" dirty="0"/>
          </a:p>
        </p:txBody>
      </p:sp>
    </p:spTree>
    <p:extLst>
      <p:ext uri="{BB962C8B-B14F-4D97-AF65-F5344CB8AC3E}">
        <p14:creationId xmlns:p14="http://schemas.microsoft.com/office/powerpoint/2010/main" val="220773412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7D1AB-4E53-4687-8858-8756B9427213}"/>
              </a:ext>
            </a:extLst>
          </p:cNvPr>
          <p:cNvSpPr>
            <a:spLocks noGrp="1"/>
          </p:cNvSpPr>
          <p:nvPr>
            <p:ph type="title"/>
          </p:nvPr>
        </p:nvSpPr>
        <p:spPr>
          <a:xfrm>
            <a:off x="259883" y="434108"/>
            <a:ext cx="11569729" cy="895927"/>
          </a:xfrm>
        </p:spPr>
        <p:txBody>
          <a:bodyPr/>
          <a:lstStyle/>
          <a:p>
            <a:r>
              <a:rPr lang="en-US" dirty="0"/>
              <a:t>Use of sigmoid, use first half linearized constraint</a:t>
            </a:r>
          </a:p>
        </p:txBody>
      </p:sp>
      <p:pic>
        <p:nvPicPr>
          <p:cNvPr id="7" name="Content Placeholder 6">
            <a:extLst>
              <a:ext uri="{FF2B5EF4-FFF2-40B4-BE49-F238E27FC236}">
                <a16:creationId xmlns:a16="http://schemas.microsoft.com/office/drawing/2014/main" id="{FCE88F12-2707-CC76-CE8A-9F7C7FA5D552}"/>
              </a:ext>
            </a:extLst>
          </p:cNvPr>
          <p:cNvPicPr>
            <a:picLocks noGrp="1" noChangeAspect="1"/>
          </p:cNvPicPr>
          <p:nvPr>
            <p:ph idx="1"/>
          </p:nvPr>
        </p:nvPicPr>
        <p:blipFill>
          <a:blip r:embed="rId3"/>
          <a:stretch>
            <a:fillRect/>
          </a:stretch>
        </p:blipFill>
        <p:spPr>
          <a:xfrm>
            <a:off x="3230169" y="1491146"/>
            <a:ext cx="5630061" cy="4439270"/>
          </a:xfrm>
        </p:spPr>
      </p:pic>
      <p:sp>
        <p:nvSpPr>
          <p:cNvPr id="4" name="Footer Placeholder 3">
            <a:extLst>
              <a:ext uri="{FF2B5EF4-FFF2-40B4-BE49-F238E27FC236}">
                <a16:creationId xmlns:a16="http://schemas.microsoft.com/office/drawing/2014/main" id="{514312AD-B45B-B0BC-097B-EA0FA369E11D}"/>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1B6377F-D07B-B334-8A6F-837A751D16DA}"/>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18</a:t>
            </a:fld>
            <a:endParaRPr lang="en-US" dirty="0"/>
          </a:p>
        </p:txBody>
      </p:sp>
    </p:spTree>
    <p:extLst>
      <p:ext uri="{BB962C8B-B14F-4D97-AF65-F5344CB8AC3E}">
        <p14:creationId xmlns:p14="http://schemas.microsoft.com/office/powerpoint/2010/main" val="3476811451"/>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48225-E8F3-CEFC-46FA-416F579A659A}"/>
              </a:ext>
            </a:extLst>
          </p:cNvPr>
          <p:cNvSpPr>
            <a:spLocks noGrp="1"/>
          </p:cNvSpPr>
          <p:nvPr>
            <p:ph type="title"/>
          </p:nvPr>
        </p:nvSpPr>
        <p:spPr>
          <a:xfrm>
            <a:off x="259883" y="434108"/>
            <a:ext cx="11569729" cy="895927"/>
          </a:xfrm>
        </p:spPr>
        <p:txBody>
          <a:bodyPr/>
          <a:lstStyle/>
          <a:p>
            <a:r>
              <a:rPr lang="en-US" dirty="0"/>
              <a:t>Use of sigmoid, use both linearized constraints, steepness=300</a:t>
            </a:r>
          </a:p>
        </p:txBody>
      </p:sp>
      <p:pic>
        <p:nvPicPr>
          <p:cNvPr id="7" name="Content Placeholder 6">
            <a:extLst>
              <a:ext uri="{FF2B5EF4-FFF2-40B4-BE49-F238E27FC236}">
                <a16:creationId xmlns:a16="http://schemas.microsoft.com/office/drawing/2014/main" id="{D79D447E-55FD-D170-5088-A31B498A3F33}"/>
              </a:ext>
            </a:extLst>
          </p:cNvPr>
          <p:cNvPicPr>
            <a:picLocks noGrp="1" noChangeAspect="1"/>
          </p:cNvPicPr>
          <p:nvPr>
            <p:ph idx="1"/>
          </p:nvPr>
        </p:nvPicPr>
        <p:blipFill>
          <a:blip r:embed="rId3"/>
          <a:stretch>
            <a:fillRect/>
          </a:stretch>
        </p:blipFill>
        <p:spPr>
          <a:xfrm>
            <a:off x="1585637" y="1412875"/>
            <a:ext cx="8919126" cy="4595813"/>
          </a:xfrm>
        </p:spPr>
      </p:pic>
      <p:sp>
        <p:nvSpPr>
          <p:cNvPr id="4" name="Footer Placeholder 3">
            <a:extLst>
              <a:ext uri="{FF2B5EF4-FFF2-40B4-BE49-F238E27FC236}">
                <a16:creationId xmlns:a16="http://schemas.microsoft.com/office/drawing/2014/main" id="{60074458-D0E2-73A8-F8BA-8F92A1397F86}"/>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39B6F14-E555-10C4-6F77-D6996E7F36FA}"/>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19</a:t>
            </a:fld>
            <a:endParaRPr lang="en-US" dirty="0"/>
          </a:p>
        </p:txBody>
      </p:sp>
    </p:spTree>
    <p:extLst>
      <p:ext uri="{BB962C8B-B14F-4D97-AF65-F5344CB8AC3E}">
        <p14:creationId xmlns:p14="http://schemas.microsoft.com/office/powerpoint/2010/main" val="43941599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A8CA-7A10-547E-2BC8-94D13110A102}"/>
              </a:ext>
            </a:extLst>
          </p:cNvPr>
          <p:cNvSpPr>
            <a:spLocks noGrp="1"/>
          </p:cNvSpPr>
          <p:nvPr>
            <p:ph type="title"/>
          </p:nvPr>
        </p:nvSpPr>
        <p:spPr>
          <a:xfrm>
            <a:off x="259883" y="434108"/>
            <a:ext cx="11569729" cy="895927"/>
          </a:xfrm>
        </p:spPr>
        <p:txBody>
          <a:bodyPr/>
          <a:lstStyle/>
          <a:p>
            <a:r>
              <a:rPr lang="en-US" dirty="0"/>
              <a:t>Use of sigmoid, use both linearized constraints, steepness=300</a:t>
            </a:r>
          </a:p>
        </p:txBody>
      </p:sp>
      <p:pic>
        <p:nvPicPr>
          <p:cNvPr id="9" name="Content Placeholder 8">
            <a:extLst>
              <a:ext uri="{FF2B5EF4-FFF2-40B4-BE49-F238E27FC236}">
                <a16:creationId xmlns:a16="http://schemas.microsoft.com/office/drawing/2014/main" id="{4E9084F7-ACEA-7D15-F2EE-E96CBB8BF3F0}"/>
              </a:ext>
            </a:extLst>
          </p:cNvPr>
          <p:cNvPicPr>
            <a:picLocks noGrp="1" noChangeAspect="1"/>
          </p:cNvPicPr>
          <p:nvPr>
            <p:ph idx="1"/>
          </p:nvPr>
        </p:nvPicPr>
        <p:blipFill>
          <a:blip r:embed="rId2"/>
          <a:stretch>
            <a:fillRect/>
          </a:stretch>
        </p:blipFill>
        <p:spPr>
          <a:xfrm>
            <a:off x="1722126" y="1412875"/>
            <a:ext cx="8646147" cy="4595813"/>
          </a:xfrm>
        </p:spPr>
      </p:pic>
      <p:sp>
        <p:nvSpPr>
          <p:cNvPr id="4" name="Footer Placeholder 3">
            <a:extLst>
              <a:ext uri="{FF2B5EF4-FFF2-40B4-BE49-F238E27FC236}">
                <a16:creationId xmlns:a16="http://schemas.microsoft.com/office/drawing/2014/main" id="{CC368E15-1CE8-D539-AD7B-5FAF14F39907}"/>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FD39D1D-9E29-3AD3-63CA-3F6E3D2B0F2A}"/>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20</a:t>
            </a:fld>
            <a:endParaRPr lang="en-US" dirty="0"/>
          </a:p>
        </p:txBody>
      </p:sp>
    </p:spTree>
    <p:extLst>
      <p:ext uri="{BB962C8B-B14F-4D97-AF65-F5344CB8AC3E}">
        <p14:creationId xmlns:p14="http://schemas.microsoft.com/office/powerpoint/2010/main" val="1859937745"/>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104BA-3ED0-9352-8952-0C0121DD53B1}"/>
              </a:ext>
            </a:extLst>
          </p:cNvPr>
          <p:cNvSpPr>
            <a:spLocks noGrp="1"/>
          </p:cNvSpPr>
          <p:nvPr>
            <p:ph type="title"/>
          </p:nvPr>
        </p:nvSpPr>
        <p:spPr>
          <a:xfrm>
            <a:off x="259883" y="434108"/>
            <a:ext cx="11569729" cy="895927"/>
          </a:xfrm>
        </p:spPr>
        <p:txBody>
          <a:bodyPr/>
          <a:lstStyle/>
          <a:p>
            <a:r>
              <a:rPr lang="en-US" dirty="0"/>
              <a:t>Use of sigmoid, use both linearized constraints, steepness=300</a:t>
            </a:r>
          </a:p>
        </p:txBody>
      </p:sp>
      <p:pic>
        <p:nvPicPr>
          <p:cNvPr id="7" name="Content Placeholder 6">
            <a:extLst>
              <a:ext uri="{FF2B5EF4-FFF2-40B4-BE49-F238E27FC236}">
                <a16:creationId xmlns:a16="http://schemas.microsoft.com/office/drawing/2014/main" id="{F5D4613F-1939-BFA2-BB6C-49A8EE719A5B}"/>
              </a:ext>
            </a:extLst>
          </p:cNvPr>
          <p:cNvPicPr>
            <a:picLocks noGrp="1" noChangeAspect="1"/>
          </p:cNvPicPr>
          <p:nvPr>
            <p:ph idx="1"/>
          </p:nvPr>
        </p:nvPicPr>
        <p:blipFill>
          <a:blip r:embed="rId3"/>
          <a:stretch>
            <a:fillRect/>
          </a:stretch>
        </p:blipFill>
        <p:spPr>
          <a:xfrm>
            <a:off x="3165504" y="1412875"/>
            <a:ext cx="5759392" cy="4595813"/>
          </a:xfrm>
        </p:spPr>
      </p:pic>
      <p:sp>
        <p:nvSpPr>
          <p:cNvPr id="4" name="Footer Placeholder 3">
            <a:extLst>
              <a:ext uri="{FF2B5EF4-FFF2-40B4-BE49-F238E27FC236}">
                <a16:creationId xmlns:a16="http://schemas.microsoft.com/office/drawing/2014/main" id="{E8E79F55-5EDD-E6D9-0F1E-71AADEF1F2B0}"/>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ECF5A6E-4A4D-4A5F-8D29-A659DF37158A}"/>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21</a:t>
            </a:fld>
            <a:endParaRPr lang="en-US" dirty="0"/>
          </a:p>
        </p:txBody>
      </p:sp>
    </p:spTree>
    <p:extLst>
      <p:ext uri="{BB962C8B-B14F-4D97-AF65-F5344CB8AC3E}">
        <p14:creationId xmlns:p14="http://schemas.microsoft.com/office/powerpoint/2010/main" val="3011737694"/>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5046-AA85-9EDC-E1A0-A9F87C6C08A1}"/>
              </a:ext>
            </a:extLst>
          </p:cNvPr>
          <p:cNvSpPr>
            <a:spLocks noGrp="1"/>
          </p:cNvSpPr>
          <p:nvPr>
            <p:ph type="title"/>
          </p:nvPr>
        </p:nvSpPr>
        <p:spPr>
          <a:xfrm>
            <a:off x="259883" y="434108"/>
            <a:ext cx="11569729" cy="895927"/>
          </a:xfrm>
        </p:spPr>
        <p:txBody>
          <a:bodyPr/>
          <a:lstStyle/>
          <a:p>
            <a:r>
              <a:rPr lang="en-US" dirty="0"/>
              <a:t>Use of sigmoid, use both linearized constraints, higher steepness</a:t>
            </a:r>
          </a:p>
        </p:txBody>
      </p:sp>
      <p:pic>
        <p:nvPicPr>
          <p:cNvPr id="7" name="Content Placeholder 6">
            <a:extLst>
              <a:ext uri="{FF2B5EF4-FFF2-40B4-BE49-F238E27FC236}">
                <a16:creationId xmlns:a16="http://schemas.microsoft.com/office/drawing/2014/main" id="{748ED0C3-018A-0F12-478E-AD7860673C62}"/>
              </a:ext>
            </a:extLst>
          </p:cNvPr>
          <p:cNvPicPr>
            <a:picLocks noGrp="1" noChangeAspect="1"/>
          </p:cNvPicPr>
          <p:nvPr>
            <p:ph idx="1"/>
          </p:nvPr>
        </p:nvPicPr>
        <p:blipFill>
          <a:blip r:embed="rId3"/>
          <a:stretch>
            <a:fillRect/>
          </a:stretch>
        </p:blipFill>
        <p:spPr>
          <a:xfrm>
            <a:off x="1403820" y="1412875"/>
            <a:ext cx="9282760" cy="4595813"/>
          </a:xfrm>
        </p:spPr>
      </p:pic>
      <p:sp>
        <p:nvSpPr>
          <p:cNvPr id="4" name="Footer Placeholder 3">
            <a:extLst>
              <a:ext uri="{FF2B5EF4-FFF2-40B4-BE49-F238E27FC236}">
                <a16:creationId xmlns:a16="http://schemas.microsoft.com/office/drawing/2014/main" id="{C0A376D5-C81F-F699-2123-F32AF347140F}"/>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C98A0C7-3BB0-4D4A-6DD2-442D72B68650}"/>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22</a:t>
            </a:fld>
            <a:endParaRPr lang="en-US" dirty="0"/>
          </a:p>
        </p:txBody>
      </p:sp>
    </p:spTree>
    <p:extLst>
      <p:ext uri="{BB962C8B-B14F-4D97-AF65-F5344CB8AC3E}">
        <p14:creationId xmlns:p14="http://schemas.microsoft.com/office/powerpoint/2010/main" val="2395363136"/>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58F68-F03E-017E-B6AB-5216F450828B}"/>
              </a:ext>
            </a:extLst>
          </p:cNvPr>
          <p:cNvSpPr>
            <a:spLocks noGrp="1"/>
          </p:cNvSpPr>
          <p:nvPr>
            <p:ph type="title"/>
          </p:nvPr>
        </p:nvSpPr>
        <p:spPr>
          <a:xfrm>
            <a:off x="259883" y="434108"/>
            <a:ext cx="11569729" cy="895927"/>
          </a:xfrm>
        </p:spPr>
        <p:txBody>
          <a:bodyPr/>
          <a:lstStyle/>
          <a:p>
            <a:r>
              <a:rPr lang="en-US" dirty="0"/>
              <a:t>Use of sigmoid, use both linearized constraints, higher steepness</a:t>
            </a:r>
          </a:p>
        </p:txBody>
      </p:sp>
      <p:pic>
        <p:nvPicPr>
          <p:cNvPr id="7" name="Content Placeholder 6">
            <a:extLst>
              <a:ext uri="{FF2B5EF4-FFF2-40B4-BE49-F238E27FC236}">
                <a16:creationId xmlns:a16="http://schemas.microsoft.com/office/drawing/2014/main" id="{1A2C082F-E113-6330-3853-AAA8EBB8A7A3}"/>
              </a:ext>
            </a:extLst>
          </p:cNvPr>
          <p:cNvPicPr>
            <a:picLocks noGrp="1" noChangeAspect="1"/>
          </p:cNvPicPr>
          <p:nvPr>
            <p:ph idx="1"/>
          </p:nvPr>
        </p:nvPicPr>
        <p:blipFill>
          <a:blip r:embed="rId2"/>
          <a:stretch>
            <a:fillRect/>
          </a:stretch>
        </p:blipFill>
        <p:spPr>
          <a:xfrm>
            <a:off x="1639804" y="1412875"/>
            <a:ext cx="8810792" cy="4595813"/>
          </a:xfrm>
        </p:spPr>
      </p:pic>
      <p:sp>
        <p:nvSpPr>
          <p:cNvPr id="4" name="Footer Placeholder 3">
            <a:extLst>
              <a:ext uri="{FF2B5EF4-FFF2-40B4-BE49-F238E27FC236}">
                <a16:creationId xmlns:a16="http://schemas.microsoft.com/office/drawing/2014/main" id="{2E6E305C-550D-D9D6-6121-E6A9C97B4C0C}"/>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251E534-A0D8-FC45-16D0-B383F56E1AA0}"/>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23</a:t>
            </a:fld>
            <a:endParaRPr lang="en-US" dirty="0"/>
          </a:p>
        </p:txBody>
      </p:sp>
    </p:spTree>
    <p:extLst>
      <p:ext uri="{BB962C8B-B14F-4D97-AF65-F5344CB8AC3E}">
        <p14:creationId xmlns:p14="http://schemas.microsoft.com/office/powerpoint/2010/main" val="230742882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59F54-8C71-2D7D-235D-27E5F082DF82}"/>
              </a:ext>
            </a:extLst>
          </p:cNvPr>
          <p:cNvSpPr>
            <a:spLocks noGrp="1"/>
          </p:cNvSpPr>
          <p:nvPr>
            <p:ph type="title"/>
          </p:nvPr>
        </p:nvSpPr>
        <p:spPr>
          <a:xfrm>
            <a:off x="259883" y="434108"/>
            <a:ext cx="11569729" cy="895927"/>
          </a:xfrm>
        </p:spPr>
        <p:txBody>
          <a:bodyPr/>
          <a:lstStyle/>
          <a:p>
            <a:r>
              <a:rPr lang="en-US" dirty="0"/>
              <a:t>Use of sigmoid, use both linearized constraints, higher steepness</a:t>
            </a:r>
          </a:p>
        </p:txBody>
      </p:sp>
      <p:pic>
        <p:nvPicPr>
          <p:cNvPr id="7" name="Content Placeholder 6">
            <a:extLst>
              <a:ext uri="{FF2B5EF4-FFF2-40B4-BE49-F238E27FC236}">
                <a16:creationId xmlns:a16="http://schemas.microsoft.com/office/drawing/2014/main" id="{89A1312E-1AA2-260A-50C3-F7089F8BBE28}"/>
              </a:ext>
            </a:extLst>
          </p:cNvPr>
          <p:cNvPicPr>
            <a:picLocks noGrp="1" noChangeAspect="1"/>
          </p:cNvPicPr>
          <p:nvPr>
            <p:ph idx="1"/>
          </p:nvPr>
        </p:nvPicPr>
        <p:blipFill>
          <a:blip r:embed="rId2"/>
          <a:stretch>
            <a:fillRect/>
          </a:stretch>
        </p:blipFill>
        <p:spPr>
          <a:xfrm>
            <a:off x="2969960" y="1412875"/>
            <a:ext cx="6150479" cy="4595813"/>
          </a:xfrm>
        </p:spPr>
      </p:pic>
      <p:sp>
        <p:nvSpPr>
          <p:cNvPr id="4" name="Footer Placeholder 3">
            <a:extLst>
              <a:ext uri="{FF2B5EF4-FFF2-40B4-BE49-F238E27FC236}">
                <a16:creationId xmlns:a16="http://schemas.microsoft.com/office/drawing/2014/main" id="{5943E854-6E1F-16D5-EB15-5C49670E61F4}"/>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7E82392-3E44-AD4E-79FF-E197981544F0}"/>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24</a:t>
            </a:fld>
            <a:endParaRPr lang="en-US" dirty="0"/>
          </a:p>
        </p:txBody>
      </p:sp>
    </p:spTree>
    <p:extLst>
      <p:ext uri="{BB962C8B-B14F-4D97-AF65-F5344CB8AC3E}">
        <p14:creationId xmlns:p14="http://schemas.microsoft.com/office/powerpoint/2010/main" val="1310401521"/>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5E4B5-7B59-F7F9-8912-E5CB8B12269D}"/>
              </a:ext>
            </a:extLst>
          </p:cNvPr>
          <p:cNvSpPr>
            <a:spLocks noGrp="1"/>
          </p:cNvSpPr>
          <p:nvPr>
            <p:ph type="title"/>
          </p:nvPr>
        </p:nvSpPr>
        <p:spPr>
          <a:xfrm>
            <a:off x="259883" y="434108"/>
            <a:ext cx="11569729" cy="895927"/>
          </a:xfrm>
        </p:spPr>
        <p:txBody>
          <a:bodyPr/>
          <a:lstStyle/>
          <a:p>
            <a:r>
              <a:rPr lang="en-US" dirty="0"/>
              <a:t>Steepness= 1000</a:t>
            </a:r>
          </a:p>
        </p:txBody>
      </p:sp>
      <p:pic>
        <p:nvPicPr>
          <p:cNvPr id="7" name="Content Placeholder 6">
            <a:extLst>
              <a:ext uri="{FF2B5EF4-FFF2-40B4-BE49-F238E27FC236}">
                <a16:creationId xmlns:a16="http://schemas.microsoft.com/office/drawing/2014/main" id="{9A09DAD3-9B34-B58B-9BEC-8208FBD33296}"/>
              </a:ext>
            </a:extLst>
          </p:cNvPr>
          <p:cNvPicPr>
            <a:picLocks noGrp="1" noChangeAspect="1"/>
          </p:cNvPicPr>
          <p:nvPr>
            <p:ph idx="1"/>
          </p:nvPr>
        </p:nvPicPr>
        <p:blipFill>
          <a:blip r:embed="rId2"/>
          <a:stretch>
            <a:fillRect/>
          </a:stretch>
        </p:blipFill>
        <p:spPr>
          <a:xfrm>
            <a:off x="3189137" y="1412875"/>
            <a:ext cx="5712125" cy="4595813"/>
          </a:xfrm>
        </p:spPr>
      </p:pic>
      <p:sp>
        <p:nvSpPr>
          <p:cNvPr id="4" name="Footer Placeholder 3">
            <a:extLst>
              <a:ext uri="{FF2B5EF4-FFF2-40B4-BE49-F238E27FC236}">
                <a16:creationId xmlns:a16="http://schemas.microsoft.com/office/drawing/2014/main" id="{C41713DE-1082-BF06-BF4E-CC869ACD08A0}"/>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916ACB4-769D-5C36-3A84-B4B0CCF9F1FF}"/>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25</a:t>
            </a:fld>
            <a:endParaRPr lang="en-US" dirty="0"/>
          </a:p>
        </p:txBody>
      </p:sp>
    </p:spTree>
    <p:extLst>
      <p:ext uri="{BB962C8B-B14F-4D97-AF65-F5344CB8AC3E}">
        <p14:creationId xmlns:p14="http://schemas.microsoft.com/office/powerpoint/2010/main" val="736274695"/>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469F7-9E01-9EB4-77C1-1B09A67620E9}"/>
              </a:ext>
            </a:extLst>
          </p:cNvPr>
          <p:cNvSpPr>
            <a:spLocks noGrp="1"/>
          </p:cNvSpPr>
          <p:nvPr>
            <p:ph type="title"/>
          </p:nvPr>
        </p:nvSpPr>
        <p:spPr>
          <a:xfrm>
            <a:off x="259883" y="434108"/>
            <a:ext cx="11569729" cy="895927"/>
          </a:xfrm>
        </p:spPr>
        <p:txBody>
          <a:bodyPr/>
          <a:lstStyle/>
          <a:p>
            <a:r>
              <a:rPr lang="en-US" dirty="0"/>
              <a:t>Steepness= 3000</a:t>
            </a:r>
          </a:p>
        </p:txBody>
      </p:sp>
      <p:pic>
        <p:nvPicPr>
          <p:cNvPr id="7" name="Content Placeholder 6">
            <a:extLst>
              <a:ext uri="{FF2B5EF4-FFF2-40B4-BE49-F238E27FC236}">
                <a16:creationId xmlns:a16="http://schemas.microsoft.com/office/drawing/2014/main" id="{741BB9DF-300A-264D-EFA0-4DE2D5089EE3}"/>
              </a:ext>
            </a:extLst>
          </p:cNvPr>
          <p:cNvPicPr>
            <a:picLocks noGrp="1" noChangeAspect="1"/>
          </p:cNvPicPr>
          <p:nvPr>
            <p:ph idx="1"/>
          </p:nvPr>
        </p:nvPicPr>
        <p:blipFill>
          <a:blip r:embed="rId2"/>
          <a:stretch>
            <a:fillRect/>
          </a:stretch>
        </p:blipFill>
        <p:spPr>
          <a:xfrm>
            <a:off x="3129259" y="1412875"/>
            <a:ext cx="5831882" cy="4595813"/>
          </a:xfrm>
        </p:spPr>
      </p:pic>
      <p:sp>
        <p:nvSpPr>
          <p:cNvPr id="4" name="Footer Placeholder 3">
            <a:extLst>
              <a:ext uri="{FF2B5EF4-FFF2-40B4-BE49-F238E27FC236}">
                <a16:creationId xmlns:a16="http://schemas.microsoft.com/office/drawing/2014/main" id="{072FE5BE-73E8-C06C-CAA4-149656A58AAD}"/>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3B7DAE0-C91E-91E3-F62E-51D6A670268F}"/>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26</a:t>
            </a:fld>
            <a:endParaRPr lang="en-US" dirty="0"/>
          </a:p>
        </p:txBody>
      </p:sp>
    </p:spTree>
    <p:extLst>
      <p:ext uri="{BB962C8B-B14F-4D97-AF65-F5344CB8AC3E}">
        <p14:creationId xmlns:p14="http://schemas.microsoft.com/office/powerpoint/2010/main" val="3359612542"/>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D289-E34D-A97F-41E8-3267831A9254}"/>
              </a:ext>
            </a:extLst>
          </p:cNvPr>
          <p:cNvSpPr>
            <a:spLocks noGrp="1"/>
          </p:cNvSpPr>
          <p:nvPr>
            <p:ph type="title"/>
          </p:nvPr>
        </p:nvSpPr>
        <p:spPr>
          <a:xfrm>
            <a:off x="259883" y="434108"/>
            <a:ext cx="11569729" cy="895927"/>
          </a:xfrm>
        </p:spPr>
        <p:txBody>
          <a:bodyPr/>
          <a:lstStyle/>
          <a:p>
            <a:r>
              <a:rPr lang="en-US" dirty="0"/>
              <a:t>Steepness= 5000</a:t>
            </a:r>
          </a:p>
        </p:txBody>
      </p:sp>
      <p:pic>
        <p:nvPicPr>
          <p:cNvPr id="7" name="Content Placeholder 6">
            <a:extLst>
              <a:ext uri="{FF2B5EF4-FFF2-40B4-BE49-F238E27FC236}">
                <a16:creationId xmlns:a16="http://schemas.microsoft.com/office/drawing/2014/main" id="{39420D71-6992-5337-9874-61BD0E8FA6F1}"/>
              </a:ext>
            </a:extLst>
          </p:cNvPr>
          <p:cNvPicPr>
            <a:picLocks noGrp="1" noChangeAspect="1"/>
          </p:cNvPicPr>
          <p:nvPr>
            <p:ph idx="1"/>
          </p:nvPr>
        </p:nvPicPr>
        <p:blipFill>
          <a:blip r:embed="rId3"/>
          <a:stretch>
            <a:fillRect/>
          </a:stretch>
        </p:blipFill>
        <p:spPr>
          <a:xfrm>
            <a:off x="3096274" y="1412875"/>
            <a:ext cx="5897852" cy="4595813"/>
          </a:xfrm>
        </p:spPr>
      </p:pic>
      <p:sp>
        <p:nvSpPr>
          <p:cNvPr id="4" name="Footer Placeholder 3">
            <a:extLst>
              <a:ext uri="{FF2B5EF4-FFF2-40B4-BE49-F238E27FC236}">
                <a16:creationId xmlns:a16="http://schemas.microsoft.com/office/drawing/2014/main" id="{42575269-0334-C258-AAC4-8203562E5D0C}"/>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E1BF3E1-6C4E-A550-2CF5-2AFFEDE542E4}"/>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27</a:t>
            </a:fld>
            <a:endParaRPr lang="en-US" dirty="0"/>
          </a:p>
        </p:txBody>
      </p:sp>
    </p:spTree>
    <p:extLst>
      <p:ext uri="{BB962C8B-B14F-4D97-AF65-F5344CB8AC3E}">
        <p14:creationId xmlns:p14="http://schemas.microsoft.com/office/powerpoint/2010/main" val="1535263218"/>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C2E32-56BB-80C5-8AF7-0DCC98E346DC}"/>
              </a:ext>
            </a:extLst>
          </p:cNvPr>
          <p:cNvSpPr>
            <a:spLocks noGrp="1"/>
          </p:cNvSpPr>
          <p:nvPr>
            <p:ph type="title"/>
          </p:nvPr>
        </p:nvSpPr>
        <p:spPr>
          <a:xfrm>
            <a:off x="259883" y="434108"/>
            <a:ext cx="11569729" cy="895927"/>
          </a:xfrm>
        </p:spPr>
        <p:txBody>
          <a:bodyPr/>
          <a:lstStyle/>
          <a:p>
            <a:r>
              <a:rPr lang="en-US" dirty="0"/>
              <a:t>Steepness= 8000 – 3 lines</a:t>
            </a:r>
          </a:p>
        </p:txBody>
      </p:sp>
      <p:pic>
        <p:nvPicPr>
          <p:cNvPr id="7" name="Content Placeholder 6">
            <a:extLst>
              <a:ext uri="{FF2B5EF4-FFF2-40B4-BE49-F238E27FC236}">
                <a16:creationId xmlns:a16="http://schemas.microsoft.com/office/drawing/2014/main" id="{A68D5D2A-D47A-D2D8-E762-D81CDAE57919}"/>
              </a:ext>
            </a:extLst>
          </p:cNvPr>
          <p:cNvPicPr>
            <a:picLocks noGrp="1" noChangeAspect="1"/>
          </p:cNvPicPr>
          <p:nvPr>
            <p:ph idx="1"/>
          </p:nvPr>
        </p:nvPicPr>
        <p:blipFill>
          <a:blip r:embed="rId2"/>
          <a:stretch>
            <a:fillRect/>
          </a:stretch>
        </p:blipFill>
        <p:spPr>
          <a:xfrm>
            <a:off x="1596812" y="1412875"/>
            <a:ext cx="8896776" cy="4595813"/>
          </a:xfrm>
        </p:spPr>
      </p:pic>
      <p:sp>
        <p:nvSpPr>
          <p:cNvPr id="4" name="Footer Placeholder 3">
            <a:extLst>
              <a:ext uri="{FF2B5EF4-FFF2-40B4-BE49-F238E27FC236}">
                <a16:creationId xmlns:a16="http://schemas.microsoft.com/office/drawing/2014/main" id="{D95CBE2A-1A40-E218-273E-D95285EDCBAA}"/>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EE75FED-D6AD-9EA7-78FA-C2191BAECB5C}"/>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28</a:t>
            </a:fld>
            <a:endParaRPr lang="en-US" dirty="0"/>
          </a:p>
        </p:txBody>
      </p:sp>
    </p:spTree>
    <p:extLst>
      <p:ext uri="{BB962C8B-B14F-4D97-AF65-F5344CB8AC3E}">
        <p14:creationId xmlns:p14="http://schemas.microsoft.com/office/powerpoint/2010/main" val="359495168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846F0-A35E-945E-6749-B606C435F525}"/>
              </a:ext>
            </a:extLst>
          </p:cNvPr>
          <p:cNvSpPr>
            <a:spLocks noGrp="1"/>
          </p:cNvSpPr>
          <p:nvPr>
            <p:ph type="title"/>
          </p:nvPr>
        </p:nvSpPr>
        <p:spPr>
          <a:xfrm>
            <a:off x="259883" y="434108"/>
            <a:ext cx="11569729" cy="895927"/>
          </a:xfrm>
        </p:spPr>
        <p:txBody>
          <a:bodyPr/>
          <a:lstStyle/>
          <a:p>
            <a:r>
              <a:rPr lang="en-US" dirty="0"/>
              <a:t>Steepness= 8000 – 3 lines</a:t>
            </a:r>
          </a:p>
        </p:txBody>
      </p:sp>
      <p:pic>
        <p:nvPicPr>
          <p:cNvPr id="7" name="Content Placeholder 6">
            <a:extLst>
              <a:ext uri="{FF2B5EF4-FFF2-40B4-BE49-F238E27FC236}">
                <a16:creationId xmlns:a16="http://schemas.microsoft.com/office/drawing/2014/main" id="{3537D07F-B40B-320D-3838-D6133897FB81}"/>
              </a:ext>
            </a:extLst>
          </p:cNvPr>
          <p:cNvPicPr>
            <a:picLocks noGrp="1" noChangeAspect="1"/>
          </p:cNvPicPr>
          <p:nvPr>
            <p:ph idx="1"/>
          </p:nvPr>
        </p:nvPicPr>
        <p:blipFill>
          <a:blip r:embed="rId2"/>
          <a:stretch>
            <a:fillRect/>
          </a:stretch>
        </p:blipFill>
        <p:spPr>
          <a:xfrm>
            <a:off x="1899112" y="1412875"/>
            <a:ext cx="8292176" cy="4595813"/>
          </a:xfrm>
        </p:spPr>
      </p:pic>
      <p:sp>
        <p:nvSpPr>
          <p:cNvPr id="4" name="Footer Placeholder 3">
            <a:extLst>
              <a:ext uri="{FF2B5EF4-FFF2-40B4-BE49-F238E27FC236}">
                <a16:creationId xmlns:a16="http://schemas.microsoft.com/office/drawing/2014/main" id="{A63F295B-0DA8-CF70-766B-1D22D7D7B06F}"/>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134C2FA-3543-BDB6-9213-927CA6888066}"/>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29</a:t>
            </a:fld>
            <a:endParaRPr lang="en-US" dirty="0"/>
          </a:p>
        </p:txBody>
      </p:sp>
    </p:spTree>
    <p:extLst>
      <p:ext uri="{BB962C8B-B14F-4D97-AF65-F5344CB8AC3E}">
        <p14:creationId xmlns:p14="http://schemas.microsoft.com/office/powerpoint/2010/main" val="2508320769"/>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6BA1-7E53-99E2-688B-2A5AF411E455}"/>
              </a:ext>
            </a:extLst>
          </p:cNvPr>
          <p:cNvSpPr>
            <a:spLocks noGrp="1"/>
          </p:cNvSpPr>
          <p:nvPr>
            <p:ph type="title"/>
          </p:nvPr>
        </p:nvSpPr>
        <p:spPr>
          <a:xfrm>
            <a:off x="259883" y="434108"/>
            <a:ext cx="11569729" cy="895927"/>
          </a:xfrm>
        </p:spPr>
        <p:txBody>
          <a:bodyPr/>
          <a:lstStyle/>
          <a:p>
            <a:r>
              <a:rPr lang="en-US" dirty="0"/>
              <a:t>Steepness= 8000 – 3 lines</a:t>
            </a:r>
          </a:p>
        </p:txBody>
      </p:sp>
      <p:pic>
        <p:nvPicPr>
          <p:cNvPr id="7" name="Content Placeholder 6">
            <a:extLst>
              <a:ext uri="{FF2B5EF4-FFF2-40B4-BE49-F238E27FC236}">
                <a16:creationId xmlns:a16="http://schemas.microsoft.com/office/drawing/2014/main" id="{CC652A20-083B-980F-6804-AF5EF92494A5}"/>
              </a:ext>
            </a:extLst>
          </p:cNvPr>
          <p:cNvPicPr>
            <a:picLocks noGrp="1" noChangeAspect="1"/>
          </p:cNvPicPr>
          <p:nvPr>
            <p:ph idx="1"/>
          </p:nvPr>
        </p:nvPicPr>
        <p:blipFill>
          <a:blip r:embed="rId3"/>
          <a:stretch>
            <a:fillRect/>
          </a:stretch>
        </p:blipFill>
        <p:spPr>
          <a:xfrm>
            <a:off x="3171132" y="1412875"/>
            <a:ext cx="5748135" cy="4595813"/>
          </a:xfrm>
        </p:spPr>
      </p:pic>
      <p:sp>
        <p:nvSpPr>
          <p:cNvPr id="4" name="Footer Placeholder 3">
            <a:extLst>
              <a:ext uri="{FF2B5EF4-FFF2-40B4-BE49-F238E27FC236}">
                <a16:creationId xmlns:a16="http://schemas.microsoft.com/office/drawing/2014/main" id="{5FE91A89-5445-DC80-1E20-21750EABB032}"/>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453BF01-78FE-7181-C9B3-D306ED0D5F95}"/>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30</a:t>
            </a:fld>
            <a:endParaRPr lang="en-US" dirty="0"/>
          </a:p>
        </p:txBody>
      </p:sp>
    </p:spTree>
    <p:extLst>
      <p:ext uri="{BB962C8B-B14F-4D97-AF65-F5344CB8AC3E}">
        <p14:creationId xmlns:p14="http://schemas.microsoft.com/office/powerpoint/2010/main" val="2658999477"/>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298AE-9BB7-33A9-A22F-F6B4B3E30E75}"/>
              </a:ext>
            </a:extLst>
          </p:cNvPr>
          <p:cNvSpPr>
            <a:spLocks noGrp="1"/>
          </p:cNvSpPr>
          <p:nvPr>
            <p:ph type="title"/>
          </p:nvPr>
        </p:nvSpPr>
        <p:spPr>
          <a:xfrm>
            <a:off x="259883" y="434108"/>
            <a:ext cx="11569729" cy="895927"/>
          </a:xfrm>
        </p:spPr>
        <p:txBody>
          <a:bodyPr/>
          <a:lstStyle/>
          <a:p>
            <a:r>
              <a:rPr lang="en-US" dirty="0"/>
              <a:t>Steepness= 8000 – 4 lines</a:t>
            </a:r>
          </a:p>
        </p:txBody>
      </p:sp>
      <p:pic>
        <p:nvPicPr>
          <p:cNvPr id="7" name="Content Placeholder 6">
            <a:extLst>
              <a:ext uri="{FF2B5EF4-FFF2-40B4-BE49-F238E27FC236}">
                <a16:creationId xmlns:a16="http://schemas.microsoft.com/office/drawing/2014/main" id="{148E4A40-E378-4CBB-BC29-053933614F68}"/>
              </a:ext>
            </a:extLst>
          </p:cNvPr>
          <p:cNvPicPr>
            <a:picLocks noGrp="1" noChangeAspect="1"/>
          </p:cNvPicPr>
          <p:nvPr>
            <p:ph idx="1"/>
          </p:nvPr>
        </p:nvPicPr>
        <p:blipFill>
          <a:blip r:embed="rId3"/>
          <a:stretch>
            <a:fillRect/>
          </a:stretch>
        </p:blipFill>
        <p:spPr>
          <a:xfrm>
            <a:off x="3249222" y="1429225"/>
            <a:ext cx="5591955" cy="4563112"/>
          </a:xfrm>
        </p:spPr>
      </p:pic>
      <p:sp>
        <p:nvSpPr>
          <p:cNvPr id="4" name="Footer Placeholder 3">
            <a:extLst>
              <a:ext uri="{FF2B5EF4-FFF2-40B4-BE49-F238E27FC236}">
                <a16:creationId xmlns:a16="http://schemas.microsoft.com/office/drawing/2014/main" id="{BD107E92-ABB4-FFFF-F93C-2C9836876D31}"/>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9E92B1D2-197A-0A03-1B47-25200FD3F233}"/>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31</a:t>
            </a:fld>
            <a:endParaRPr lang="en-US" dirty="0"/>
          </a:p>
        </p:txBody>
      </p:sp>
    </p:spTree>
    <p:extLst>
      <p:ext uri="{BB962C8B-B14F-4D97-AF65-F5344CB8AC3E}">
        <p14:creationId xmlns:p14="http://schemas.microsoft.com/office/powerpoint/2010/main" val="1052088248"/>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93-53F5-729C-6381-A28C7F98ACCF}"/>
              </a:ext>
            </a:extLst>
          </p:cNvPr>
          <p:cNvSpPr>
            <a:spLocks noGrp="1"/>
          </p:cNvSpPr>
          <p:nvPr>
            <p:ph type="title"/>
          </p:nvPr>
        </p:nvSpPr>
        <p:spPr>
          <a:xfrm>
            <a:off x="259883" y="434108"/>
            <a:ext cx="11569729" cy="895927"/>
          </a:xfrm>
        </p:spPr>
        <p:txBody>
          <a:bodyPr/>
          <a:lstStyle/>
          <a:p>
            <a:r>
              <a:rPr lang="en-US" dirty="0"/>
              <a:t>Steepness= 8000 – 4 lines</a:t>
            </a:r>
          </a:p>
        </p:txBody>
      </p:sp>
      <p:pic>
        <p:nvPicPr>
          <p:cNvPr id="7" name="Content Placeholder 6">
            <a:extLst>
              <a:ext uri="{FF2B5EF4-FFF2-40B4-BE49-F238E27FC236}">
                <a16:creationId xmlns:a16="http://schemas.microsoft.com/office/drawing/2014/main" id="{3A691EDF-5D9B-5C17-ADE7-FD3344486147}"/>
              </a:ext>
            </a:extLst>
          </p:cNvPr>
          <p:cNvPicPr>
            <a:picLocks noGrp="1" noChangeAspect="1"/>
          </p:cNvPicPr>
          <p:nvPr>
            <p:ph idx="1"/>
          </p:nvPr>
        </p:nvPicPr>
        <p:blipFill>
          <a:blip r:embed="rId2"/>
          <a:stretch>
            <a:fillRect/>
          </a:stretch>
        </p:blipFill>
        <p:spPr>
          <a:xfrm>
            <a:off x="1647972" y="1412875"/>
            <a:ext cx="8794456" cy="4595813"/>
          </a:xfrm>
        </p:spPr>
      </p:pic>
      <p:sp>
        <p:nvSpPr>
          <p:cNvPr id="4" name="Footer Placeholder 3">
            <a:extLst>
              <a:ext uri="{FF2B5EF4-FFF2-40B4-BE49-F238E27FC236}">
                <a16:creationId xmlns:a16="http://schemas.microsoft.com/office/drawing/2014/main" id="{302D8517-D79C-3782-0D9C-8ECB52EE1B6A}"/>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59177AC-8654-1819-4CA0-DC10DA38DA1C}"/>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32</a:t>
            </a:fld>
            <a:endParaRPr lang="en-US" dirty="0"/>
          </a:p>
        </p:txBody>
      </p:sp>
    </p:spTree>
    <p:extLst>
      <p:ext uri="{BB962C8B-B14F-4D97-AF65-F5344CB8AC3E}">
        <p14:creationId xmlns:p14="http://schemas.microsoft.com/office/powerpoint/2010/main" val="591688618"/>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DB8CA-1C78-421C-D529-F616A3243363}"/>
              </a:ext>
            </a:extLst>
          </p:cNvPr>
          <p:cNvSpPr>
            <a:spLocks noGrp="1"/>
          </p:cNvSpPr>
          <p:nvPr>
            <p:ph type="title"/>
          </p:nvPr>
        </p:nvSpPr>
        <p:spPr>
          <a:xfrm>
            <a:off x="259883" y="434108"/>
            <a:ext cx="11569729" cy="895927"/>
          </a:xfrm>
        </p:spPr>
        <p:txBody>
          <a:bodyPr/>
          <a:lstStyle/>
          <a:p>
            <a:r>
              <a:rPr lang="en-US" dirty="0"/>
              <a:t>Steepness= 8000 – 4 lines</a:t>
            </a:r>
          </a:p>
        </p:txBody>
      </p:sp>
      <p:pic>
        <p:nvPicPr>
          <p:cNvPr id="7" name="Content Placeholder 6">
            <a:extLst>
              <a:ext uri="{FF2B5EF4-FFF2-40B4-BE49-F238E27FC236}">
                <a16:creationId xmlns:a16="http://schemas.microsoft.com/office/drawing/2014/main" id="{9FC5340A-008D-0B46-C371-1112D1E04484}"/>
              </a:ext>
            </a:extLst>
          </p:cNvPr>
          <p:cNvPicPr>
            <a:picLocks noGrp="1" noChangeAspect="1"/>
          </p:cNvPicPr>
          <p:nvPr>
            <p:ph idx="1"/>
          </p:nvPr>
        </p:nvPicPr>
        <p:blipFill>
          <a:blip r:embed="rId2"/>
          <a:stretch>
            <a:fillRect/>
          </a:stretch>
        </p:blipFill>
        <p:spPr>
          <a:xfrm>
            <a:off x="1745891" y="1412875"/>
            <a:ext cx="8598618" cy="4595813"/>
          </a:xfrm>
        </p:spPr>
      </p:pic>
      <p:sp>
        <p:nvSpPr>
          <p:cNvPr id="4" name="Footer Placeholder 3">
            <a:extLst>
              <a:ext uri="{FF2B5EF4-FFF2-40B4-BE49-F238E27FC236}">
                <a16:creationId xmlns:a16="http://schemas.microsoft.com/office/drawing/2014/main" id="{C4B94EB6-7286-22F6-8F8D-DC00F1727A98}"/>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F31ED0A-BB9B-9A41-5B92-956705A538E9}"/>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33</a:t>
            </a:fld>
            <a:endParaRPr lang="en-US" dirty="0"/>
          </a:p>
        </p:txBody>
      </p:sp>
    </p:spTree>
    <p:extLst>
      <p:ext uri="{BB962C8B-B14F-4D97-AF65-F5344CB8AC3E}">
        <p14:creationId xmlns:p14="http://schemas.microsoft.com/office/powerpoint/2010/main" val="231867544"/>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D5CB4-7974-A4B9-906B-4BEEBEB0B160}"/>
              </a:ext>
            </a:extLst>
          </p:cNvPr>
          <p:cNvSpPr>
            <a:spLocks noGrp="1"/>
          </p:cNvSpPr>
          <p:nvPr>
            <p:ph type="title"/>
          </p:nvPr>
        </p:nvSpPr>
        <p:spPr>
          <a:xfrm>
            <a:off x="259883" y="434108"/>
            <a:ext cx="11569729" cy="895927"/>
          </a:xfrm>
        </p:spPr>
        <p:txBody>
          <a:bodyPr/>
          <a:lstStyle/>
          <a:p>
            <a:r>
              <a:rPr lang="en-US" dirty="0"/>
              <a:t>KKT – sample points = 500</a:t>
            </a:r>
          </a:p>
        </p:txBody>
      </p:sp>
      <p:pic>
        <p:nvPicPr>
          <p:cNvPr id="7" name="Content Placeholder 6" descr="A graph of different colored lines&#10;&#10;AI-generated content may be incorrect.">
            <a:extLst>
              <a:ext uri="{FF2B5EF4-FFF2-40B4-BE49-F238E27FC236}">
                <a16:creationId xmlns:a16="http://schemas.microsoft.com/office/drawing/2014/main" id="{B32C80B2-E71A-C91B-E67F-E8A62AB0AEC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87902" y="1424970"/>
            <a:ext cx="7314595" cy="4571622"/>
          </a:xfrm>
        </p:spPr>
      </p:pic>
      <p:sp>
        <p:nvSpPr>
          <p:cNvPr id="4" name="Footer Placeholder 3">
            <a:extLst>
              <a:ext uri="{FF2B5EF4-FFF2-40B4-BE49-F238E27FC236}">
                <a16:creationId xmlns:a16="http://schemas.microsoft.com/office/drawing/2014/main" id="{6CBD8F02-B6BD-4067-ABF4-B6248FB3913C}"/>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B558BC3-D91C-15DE-D83E-1154545E0086}"/>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34</a:t>
            </a:fld>
            <a:endParaRPr lang="en-US" dirty="0"/>
          </a:p>
        </p:txBody>
      </p:sp>
    </p:spTree>
    <p:extLst>
      <p:ext uri="{BB962C8B-B14F-4D97-AF65-F5344CB8AC3E}">
        <p14:creationId xmlns:p14="http://schemas.microsoft.com/office/powerpoint/2010/main" val="2599627397"/>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A57B3-0FED-A0CC-C461-85FCAA45D468}"/>
              </a:ext>
            </a:extLst>
          </p:cNvPr>
          <p:cNvSpPr>
            <a:spLocks noGrp="1"/>
          </p:cNvSpPr>
          <p:nvPr>
            <p:ph type="title"/>
          </p:nvPr>
        </p:nvSpPr>
        <p:spPr>
          <a:xfrm>
            <a:off x="259883" y="434108"/>
            <a:ext cx="11569729" cy="895927"/>
          </a:xfrm>
        </p:spPr>
        <p:txBody>
          <a:bodyPr/>
          <a:lstStyle/>
          <a:p>
            <a:r>
              <a:rPr lang="en-US" dirty="0"/>
              <a:t>NN - sample points = 500</a:t>
            </a:r>
          </a:p>
        </p:txBody>
      </p:sp>
      <p:pic>
        <p:nvPicPr>
          <p:cNvPr id="7" name="Content Placeholder 6" descr="A graph showing different colored lines&#10;&#10;AI-generated content may be incorrect.">
            <a:extLst>
              <a:ext uri="{FF2B5EF4-FFF2-40B4-BE49-F238E27FC236}">
                <a16:creationId xmlns:a16="http://schemas.microsoft.com/office/drawing/2014/main" id="{CA96ED58-DBC0-888D-50CE-303A22B5C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7902" y="1424970"/>
            <a:ext cx="7314595" cy="4571622"/>
          </a:xfrm>
        </p:spPr>
      </p:pic>
      <p:sp>
        <p:nvSpPr>
          <p:cNvPr id="4" name="Footer Placeholder 3">
            <a:extLst>
              <a:ext uri="{FF2B5EF4-FFF2-40B4-BE49-F238E27FC236}">
                <a16:creationId xmlns:a16="http://schemas.microsoft.com/office/drawing/2014/main" id="{2560E7D3-B96F-7BA3-00BF-4711C6E195D4}"/>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204DBBE-5367-14B3-8B58-AC9D833D0EA2}"/>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35</a:t>
            </a:fld>
            <a:endParaRPr lang="en-US" dirty="0"/>
          </a:p>
        </p:txBody>
      </p:sp>
    </p:spTree>
    <p:extLst>
      <p:ext uri="{BB962C8B-B14F-4D97-AF65-F5344CB8AC3E}">
        <p14:creationId xmlns:p14="http://schemas.microsoft.com/office/powerpoint/2010/main" val="3286471237"/>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DE8FB-DDDE-8435-F8A2-307477988341}"/>
              </a:ext>
            </a:extLst>
          </p:cNvPr>
          <p:cNvSpPr>
            <a:spLocks noGrp="1"/>
          </p:cNvSpPr>
          <p:nvPr>
            <p:ph type="title"/>
          </p:nvPr>
        </p:nvSpPr>
        <p:spPr>
          <a:xfrm>
            <a:off x="259883" y="434108"/>
            <a:ext cx="11569729" cy="895927"/>
          </a:xfrm>
        </p:spPr>
        <p:txBody>
          <a:bodyPr/>
          <a:lstStyle/>
          <a:p>
            <a:r>
              <a:rPr lang="en-US" dirty="0"/>
              <a:t>sample points = 500</a:t>
            </a:r>
          </a:p>
        </p:txBody>
      </p:sp>
      <p:pic>
        <p:nvPicPr>
          <p:cNvPr id="7" name="Content Placeholder 6">
            <a:extLst>
              <a:ext uri="{FF2B5EF4-FFF2-40B4-BE49-F238E27FC236}">
                <a16:creationId xmlns:a16="http://schemas.microsoft.com/office/drawing/2014/main" id="{8DE2BD87-B9E5-99C4-0580-96FDBBD8C427}"/>
              </a:ext>
            </a:extLst>
          </p:cNvPr>
          <p:cNvPicPr>
            <a:picLocks noGrp="1" noChangeAspect="1"/>
          </p:cNvPicPr>
          <p:nvPr>
            <p:ph idx="1"/>
          </p:nvPr>
        </p:nvPicPr>
        <p:blipFill>
          <a:blip r:embed="rId3"/>
          <a:stretch>
            <a:fillRect/>
          </a:stretch>
        </p:blipFill>
        <p:spPr>
          <a:xfrm>
            <a:off x="3034880" y="1572120"/>
            <a:ext cx="6020640" cy="4277322"/>
          </a:xfrm>
        </p:spPr>
      </p:pic>
      <p:sp>
        <p:nvSpPr>
          <p:cNvPr id="4" name="Footer Placeholder 3">
            <a:extLst>
              <a:ext uri="{FF2B5EF4-FFF2-40B4-BE49-F238E27FC236}">
                <a16:creationId xmlns:a16="http://schemas.microsoft.com/office/drawing/2014/main" id="{3CCDBEED-2FC0-F338-9CCB-B2D8E342141A}"/>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2673544-7048-A65B-07E7-C0AB4DC09900}"/>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36</a:t>
            </a:fld>
            <a:endParaRPr lang="en-US" dirty="0"/>
          </a:p>
        </p:txBody>
      </p:sp>
    </p:spTree>
    <p:extLst>
      <p:ext uri="{BB962C8B-B14F-4D97-AF65-F5344CB8AC3E}">
        <p14:creationId xmlns:p14="http://schemas.microsoft.com/office/powerpoint/2010/main" val="3416135512"/>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6EC9-2AFD-43A8-E6E7-FA81C6C78EA9}"/>
              </a:ext>
            </a:extLst>
          </p:cNvPr>
          <p:cNvSpPr>
            <a:spLocks noGrp="1"/>
          </p:cNvSpPr>
          <p:nvPr>
            <p:ph type="title"/>
          </p:nvPr>
        </p:nvSpPr>
        <p:spPr>
          <a:xfrm>
            <a:off x="259883" y="434108"/>
            <a:ext cx="11569729" cy="895927"/>
          </a:xfrm>
        </p:spPr>
        <p:txBody>
          <a:bodyPr/>
          <a:lstStyle/>
          <a:p>
            <a:r>
              <a:rPr lang="en-US" dirty="0"/>
              <a:t>KKT – sample points = 400</a:t>
            </a:r>
          </a:p>
        </p:txBody>
      </p:sp>
      <p:pic>
        <p:nvPicPr>
          <p:cNvPr id="7" name="Content Placeholder 6">
            <a:extLst>
              <a:ext uri="{FF2B5EF4-FFF2-40B4-BE49-F238E27FC236}">
                <a16:creationId xmlns:a16="http://schemas.microsoft.com/office/drawing/2014/main" id="{AF5FF627-E7F7-328B-E538-56E55B2473C5}"/>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0B29BB52-DE4B-9C6D-E29C-64CD8555121F}"/>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0849C63-80E7-E94D-2AB3-4270BA847B41}"/>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37</a:t>
            </a:fld>
            <a:endParaRPr lang="en-US" dirty="0"/>
          </a:p>
        </p:txBody>
      </p:sp>
    </p:spTree>
    <p:extLst>
      <p:ext uri="{BB962C8B-B14F-4D97-AF65-F5344CB8AC3E}">
        <p14:creationId xmlns:p14="http://schemas.microsoft.com/office/powerpoint/2010/main" val="2868206686"/>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8D160-B6EE-E0AB-9D07-2DB62E354518}"/>
              </a:ext>
            </a:extLst>
          </p:cNvPr>
          <p:cNvSpPr>
            <a:spLocks noGrp="1"/>
          </p:cNvSpPr>
          <p:nvPr>
            <p:ph type="title"/>
          </p:nvPr>
        </p:nvSpPr>
        <p:spPr>
          <a:xfrm>
            <a:off x="259883" y="434108"/>
            <a:ext cx="11569729" cy="895927"/>
          </a:xfrm>
        </p:spPr>
        <p:txBody>
          <a:bodyPr/>
          <a:lstStyle/>
          <a:p>
            <a:r>
              <a:rPr lang="en-US" dirty="0"/>
              <a:t>NN - sample points = 400</a:t>
            </a:r>
          </a:p>
        </p:txBody>
      </p:sp>
      <p:pic>
        <p:nvPicPr>
          <p:cNvPr id="7" name="Content Placeholder 6">
            <a:extLst>
              <a:ext uri="{FF2B5EF4-FFF2-40B4-BE49-F238E27FC236}">
                <a16:creationId xmlns:a16="http://schemas.microsoft.com/office/drawing/2014/main" id="{65916A84-59DB-5C61-1263-A689A794AB19}"/>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69BF57E4-64F1-F6E7-862A-4A0A4589943F}"/>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9BB8D25-E63F-038C-DA6F-AE4CCCCF2B15}"/>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38</a:t>
            </a:fld>
            <a:endParaRPr lang="en-US" dirty="0"/>
          </a:p>
        </p:txBody>
      </p:sp>
    </p:spTree>
    <p:extLst>
      <p:ext uri="{BB962C8B-B14F-4D97-AF65-F5344CB8AC3E}">
        <p14:creationId xmlns:p14="http://schemas.microsoft.com/office/powerpoint/2010/main" val="2916202402"/>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3001-2876-574D-148F-738546C61B10}"/>
              </a:ext>
            </a:extLst>
          </p:cNvPr>
          <p:cNvSpPr>
            <a:spLocks noGrp="1"/>
          </p:cNvSpPr>
          <p:nvPr>
            <p:ph type="title"/>
          </p:nvPr>
        </p:nvSpPr>
        <p:spPr>
          <a:xfrm>
            <a:off x="259883" y="434108"/>
            <a:ext cx="11569729" cy="895927"/>
          </a:xfrm>
        </p:spPr>
        <p:txBody>
          <a:bodyPr/>
          <a:lstStyle/>
          <a:p>
            <a:r>
              <a:rPr lang="en-US" dirty="0"/>
              <a:t>sample points = 400</a:t>
            </a:r>
          </a:p>
        </p:txBody>
      </p:sp>
      <p:pic>
        <p:nvPicPr>
          <p:cNvPr id="11" name="Content Placeholder 10">
            <a:extLst>
              <a:ext uri="{FF2B5EF4-FFF2-40B4-BE49-F238E27FC236}">
                <a16:creationId xmlns:a16="http://schemas.microsoft.com/office/drawing/2014/main" id="{49FA286D-F056-9661-04E4-F9433F1A87FF}"/>
              </a:ext>
            </a:extLst>
          </p:cNvPr>
          <p:cNvPicPr>
            <a:picLocks noGrp="1" noChangeAspect="1"/>
          </p:cNvPicPr>
          <p:nvPr>
            <p:ph idx="1"/>
          </p:nvPr>
        </p:nvPicPr>
        <p:blipFill>
          <a:blip r:embed="rId2"/>
          <a:stretch>
            <a:fillRect/>
          </a:stretch>
        </p:blipFill>
        <p:spPr>
          <a:xfrm>
            <a:off x="2943264" y="1412875"/>
            <a:ext cx="6203872" cy="4595813"/>
          </a:xfrm>
        </p:spPr>
      </p:pic>
      <p:sp>
        <p:nvSpPr>
          <p:cNvPr id="4" name="Footer Placeholder 3">
            <a:extLst>
              <a:ext uri="{FF2B5EF4-FFF2-40B4-BE49-F238E27FC236}">
                <a16:creationId xmlns:a16="http://schemas.microsoft.com/office/drawing/2014/main" id="{1192BBDE-8253-17AB-6089-4A0AE40F9445}"/>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2060E2BA-D999-2490-ED25-CC0327855E81}"/>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39</a:t>
            </a:fld>
            <a:endParaRPr lang="en-US" dirty="0"/>
          </a:p>
        </p:txBody>
      </p:sp>
    </p:spTree>
    <p:extLst>
      <p:ext uri="{BB962C8B-B14F-4D97-AF65-F5344CB8AC3E}">
        <p14:creationId xmlns:p14="http://schemas.microsoft.com/office/powerpoint/2010/main" val="4056300912"/>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5C72F-ECD0-5B94-57B8-4E4DEBE73BA5}"/>
              </a:ext>
            </a:extLst>
          </p:cNvPr>
          <p:cNvSpPr>
            <a:spLocks noGrp="1"/>
          </p:cNvSpPr>
          <p:nvPr>
            <p:ph type="title"/>
          </p:nvPr>
        </p:nvSpPr>
        <p:spPr>
          <a:xfrm>
            <a:off x="259883" y="434108"/>
            <a:ext cx="11569729" cy="895927"/>
          </a:xfrm>
        </p:spPr>
        <p:txBody>
          <a:bodyPr/>
          <a:lstStyle/>
          <a:p>
            <a:r>
              <a:rPr lang="en-US" dirty="0"/>
              <a:t>KKT - sample points = 300</a:t>
            </a:r>
          </a:p>
        </p:txBody>
      </p:sp>
      <p:pic>
        <p:nvPicPr>
          <p:cNvPr id="7" name="Content Placeholder 6">
            <a:extLst>
              <a:ext uri="{FF2B5EF4-FFF2-40B4-BE49-F238E27FC236}">
                <a16:creationId xmlns:a16="http://schemas.microsoft.com/office/drawing/2014/main" id="{9A1CDDC1-0553-E31A-2037-F9869A434186}"/>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8C07BCA9-DEC3-F3EC-FB6E-8E8F8EA87B9B}"/>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25AB11F-37EA-5293-0573-5038334A1EBB}"/>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40</a:t>
            </a:fld>
            <a:endParaRPr lang="en-US" dirty="0"/>
          </a:p>
        </p:txBody>
      </p:sp>
    </p:spTree>
    <p:extLst>
      <p:ext uri="{BB962C8B-B14F-4D97-AF65-F5344CB8AC3E}">
        <p14:creationId xmlns:p14="http://schemas.microsoft.com/office/powerpoint/2010/main" val="72395854"/>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CD8A-0DAC-BD8B-1B83-1DFFAACE7732}"/>
              </a:ext>
            </a:extLst>
          </p:cNvPr>
          <p:cNvSpPr>
            <a:spLocks noGrp="1"/>
          </p:cNvSpPr>
          <p:nvPr>
            <p:ph type="title"/>
          </p:nvPr>
        </p:nvSpPr>
        <p:spPr>
          <a:xfrm>
            <a:off x="259883" y="434108"/>
            <a:ext cx="11569729" cy="895927"/>
          </a:xfrm>
        </p:spPr>
        <p:txBody>
          <a:bodyPr/>
          <a:lstStyle/>
          <a:p>
            <a:r>
              <a:rPr lang="en-US" dirty="0"/>
              <a:t>NN - sample points = 300</a:t>
            </a:r>
          </a:p>
        </p:txBody>
      </p:sp>
      <p:pic>
        <p:nvPicPr>
          <p:cNvPr id="11" name="Content Placeholder 10">
            <a:extLst>
              <a:ext uri="{FF2B5EF4-FFF2-40B4-BE49-F238E27FC236}">
                <a16:creationId xmlns:a16="http://schemas.microsoft.com/office/drawing/2014/main" id="{5F5A20FD-45C2-2121-0C25-0EEAAEB9678A}"/>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7620C81B-776D-DC30-55A2-EA88E4F88859}"/>
              </a:ext>
            </a:extLst>
          </p:cNvPr>
          <p:cNvSpPr>
            <a:spLocks noGrp="1"/>
          </p:cNvSpPr>
          <p:nvPr>
            <p:ph type="ftr" sz="quarter" idx="11"/>
          </p:nvPr>
        </p:nvSpPr>
        <p:spPr>
          <a:xfrm>
            <a:off x="259882" y="6335309"/>
            <a:ext cx="5226517" cy="250337"/>
          </a:xfrm>
        </p:spPr>
        <p:txBody>
          <a:bodyPr/>
          <a:lstStyle/>
          <a:p>
            <a:r>
              <a:rPr lang="en-US" dirty="0"/>
              <a:t>PRESENTATION TITLE</a:t>
            </a:r>
          </a:p>
        </p:txBody>
      </p:sp>
      <p:sp>
        <p:nvSpPr>
          <p:cNvPr id="5" name="Slide Number Placeholder 4">
            <a:extLst>
              <a:ext uri="{FF2B5EF4-FFF2-40B4-BE49-F238E27FC236}">
                <a16:creationId xmlns:a16="http://schemas.microsoft.com/office/drawing/2014/main" id="{A85415D5-E5C8-8149-8C3A-C1CA6178FB64}"/>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41</a:t>
            </a:fld>
            <a:endParaRPr lang="en-US" dirty="0"/>
          </a:p>
        </p:txBody>
      </p:sp>
    </p:spTree>
    <p:extLst>
      <p:ext uri="{BB962C8B-B14F-4D97-AF65-F5344CB8AC3E}">
        <p14:creationId xmlns:p14="http://schemas.microsoft.com/office/powerpoint/2010/main" val="3019939946"/>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AD114-1374-435B-4F2C-BEE79B8D6DCF}"/>
              </a:ext>
            </a:extLst>
          </p:cNvPr>
          <p:cNvSpPr>
            <a:spLocks noGrp="1"/>
          </p:cNvSpPr>
          <p:nvPr>
            <p:ph type="title"/>
          </p:nvPr>
        </p:nvSpPr>
        <p:spPr>
          <a:xfrm>
            <a:off x="259883" y="434108"/>
            <a:ext cx="11569729" cy="895927"/>
          </a:xfrm>
        </p:spPr>
        <p:txBody>
          <a:bodyPr/>
          <a:lstStyle/>
          <a:p>
            <a:r>
              <a:rPr lang="en-US" dirty="0"/>
              <a:t>sample points = 300</a:t>
            </a:r>
          </a:p>
        </p:txBody>
      </p:sp>
      <p:pic>
        <p:nvPicPr>
          <p:cNvPr id="7" name="Content Placeholder 6">
            <a:extLst>
              <a:ext uri="{FF2B5EF4-FFF2-40B4-BE49-F238E27FC236}">
                <a16:creationId xmlns:a16="http://schemas.microsoft.com/office/drawing/2014/main" id="{632EC615-4E7D-EB2F-59BC-27749D067721}"/>
              </a:ext>
            </a:extLst>
          </p:cNvPr>
          <p:cNvPicPr>
            <a:picLocks noGrp="1" noChangeAspect="1"/>
          </p:cNvPicPr>
          <p:nvPr>
            <p:ph idx="1"/>
          </p:nvPr>
        </p:nvPicPr>
        <p:blipFill>
          <a:blip r:embed="rId2"/>
          <a:stretch>
            <a:fillRect/>
          </a:stretch>
        </p:blipFill>
        <p:spPr>
          <a:xfrm>
            <a:off x="2690351" y="1412875"/>
            <a:ext cx="6709698" cy="4595813"/>
          </a:xfrm>
        </p:spPr>
      </p:pic>
      <p:sp>
        <p:nvSpPr>
          <p:cNvPr id="4" name="Footer Placeholder 3">
            <a:extLst>
              <a:ext uri="{FF2B5EF4-FFF2-40B4-BE49-F238E27FC236}">
                <a16:creationId xmlns:a16="http://schemas.microsoft.com/office/drawing/2014/main" id="{D37A0FB0-6B27-0DE8-C739-1D0D25F24D10}"/>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44BA2B18-0EC6-DA55-BA20-CEFD0DFC7372}"/>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42</a:t>
            </a:fld>
            <a:endParaRPr lang="en-US" dirty="0"/>
          </a:p>
        </p:txBody>
      </p:sp>
    </p:spTree>
    <p:extLst>
      <p:ext uri="{BB962C8B-B14F-4D97-AF65-F5344CB8AC3E}">
        <p14:creationId xmlns:p14="http://schemas.microsoft.com/office/powerpoint/2010/main" val="1706832601"/>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BF687-CCFE-9EDA-A068-C67176E960A6}"/>
              </a:ext>
            </a:extLst>
          </p:cNvPr>
          <p:cNvSpPr>
            <a:spLocks noGrp="1"/>
          </p:cNvSpPr>
          <p:nvPr>
            <p:ph type="title"/>
          </p:nvPr>
        </p:nvSpPr>
        <p:spPr>
          <a:xfrm>
            <a:off x="259883" y="434108"/>
            <a:ext cx="11569729" cy="895927"/>
          </a:xfrm>
        </p:spPr>
        <p:txBody>
          <a:bodyPr/>
          <a:lstStyle/>
          <a:p>
            <a:r>
              <a:rPr lang="en-US" dirty="0"/>
              <a:t>KKT - sample points = 200</a:t>
            </a:r>
          </a:p>
        </p:txBody>
      </p:sp>
      <p:pic>
        <p:nvPicPr>
          <p:cNvPr id="7" name="Content Placeholder 6">
            <a:extLst>
              <a:ext uri="{FF2B5EF4-FFF2-40B4-BE49-F238E27FC236}">
                <a16:creationId xmlns:a16="http://schemas.microsoft.com/office/drawing/2014/main" id="{26165414-B3BC-9F07-6DE0-6236875EE61E}"/>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A84012DA-82E8-A27B-7FAE-BA191169D536}"/>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0F55F78-8146-C10B-3E70-ABB917E3DE33}"/>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43</a:t>
            </a:fld>
            <a:endParaRPr lang="en-US" dirty="0"/>
          </a:p>
        </p:txBody>
      </p:sp>
    </p:spTree>
    <p:extLst>
      <p:ext uri="{BB962C8B-B14F-4D97-AF65-F5344CB8AC3E}">
        <p14:creationId xmlns:p14="http://schemas.microsoft.com/office/powerpoint/2010/main" val="122814518"/>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31EDE-42DA-4780-A762-5480364596D4}"/>
              </a:ext>
            </a:extLst>
          </p:cNvPr>
          <p:cNvSpPr>
            <a:spLocks noGrp="1"/>
          </p:cNvSpPr>
          <p:nvPr>
            <p:ph type="title"/>
          </p:nvPr>
        </p:nvSpPr>
        <p:spPr>
          <a:xfrm>
            <a:off x="259883" y="434108"/>
            <a:ext cx="11569729" cy="895927"/>
          </a:xfrm>
        </p:spPr>
        <p:txBody>
          <a:bodyPr/>
          <a:lstStyle/>
          <a:p>
            <a:r>
              <a:rPr lang="en-US" dirty="0"/>
              <a:t>NN - sample points = 200</a:t>
            </a:r>
          </a:p>
        </p:txBody>
      </p:sp>
      <p:pic>
        <p:nvPicPr>
          <p:cNvPr id="7" name="Content Placeholder 6">
            <a:extLst>
              <a:ext uri="{FF2B5EF4-FFF2-40B4-BE49-F238E27FC236}">
                <a16:creationId xmlns:a16="http://schemas.microsoft.com/office/drawing/2014/main" id="{89578FEB-CA05-72B9-8AE4-852400286BAD}"/>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D7D0BD0A-ECB2-2B1C-729B-2BF71CFBE3FE}"/>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8DA18126-1518-CB3A-013E-0DDEBA7D6EC9}"/>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44</a:t>
            </a:fld>
            <a:endParaRPr lang="en-US" dirty="0"/>
          </a:p>
        </p:txBody>
      </p:sp>
    </p:spTree>
    <p:extLst>
      <p:ext uri="{BB962C8B-B14F-4D97-AF65-F5344CB8AC3E}">
        <p14:creationId xmlns:p14="http://schemas.microsoft.com/office/powerpoint/2010/main" val="2879722833"/>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83C27-F35A-0A61-15FE-29BBE68610D4}"/>
              </a:ext>
            </a:extLst>
          </p:cNvPr>
          <p:cNvSpPr>
            <a:spLocks noGrp="1"/>
          </p:cNvSpPr>
          <p:nvPr>
            <p:ph type="title"/>
          </p:nvPr>
        </p:nvSpPr>
        <p:spPr>
          <a:xfrm>
            <a:off x="259883" y="434108"/>
            <a:ext cx="11569729" cy="895927"/>
          </a:xfrm>
        </p:spPr>
        <p:txBody>
          <a:bodyPr/>
          <a:lstStyle/>
          <a:p>
            <a:r>
              <a:rPr lang="en-US" dirty="0"/>
              <a:t>sample points = 200</a:t>
            </a:r>
          </a:p>
        </p:txBody>
      </p:sp>
      <p:pic>
        <p:nvPicPr>
          <p:cNvPr id="7" name="Content Placeholder 6">
            <a:extLst>
              <a:ext uri="{FF2B5EF4-FFF2-40B4-BE49-F238E27FC236}">
                <a16:creationId xmlns:a16="http://schemas.microsoft.com/office/drawing/2014/main" id="{521EE649-E485-7791-14A6-682FAB3AC833}"/>
              </a:ext>
            </a:extLst>
          </p:cNvPr>
          <p:cNvPicPr>
            <a:picLocks noGrp="1" noChangeAspect="1"/>
          </p:cNvPicPr>
          <p:nvPr>
            <p:ph idx="1"/>
          </p:nvPr>
        </p:nvPicPr>
        <p:blipFill>
          <a:blip r:embed="rId2"/>
          <a:stretch>
            <a:fillRect/>
          </a:stretch>
        </p:blipFill>
        <p:spPr>
          <a:xfrm>
            <a:off x="3133001" y="1412875"/>
            <a:ext cx="5824397" cy="4595813"/>
          </a:xfrm>
        </p:spPr>
      </p:pic>
      <p:sp>
        <p:nvSpPr>
          <p:cNvPr id="4" name="Footer Placeholder 3">
            <a:extLst>
              <a:ext uri="{FF2B5EF4-FFF2-40B4-BE49-F238E27FC236}">
                <a16:creationId xmlns:a16="http://schemas.microsoft.com/office/drawing/2014/main" id="{0E920D60-36B4-4C88-39B0-EB9AB2D506F2}"/>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CF0F90B-D98A-4E52-D251-7DE9CFA202C2}"/>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45</a:t>
            </a:fld>
            <a:endParaRPr lang="en-US" dirty="0"/>
          </a:p>
        </p:txBody>
      </p:sp>
    </p:spTree>
    <p:extLst>
      <p:ext uri="{BB962C8B-B14F-4D97-AF65-F5344CB8AC3E}">
        <p14:creationId xmlns:p14="http://schemas.microsoft.com/office/powerpoint/2010/main" val="2024498192"/>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A09F-AD8E-86D8-82BA-0AB8FC04F85B}"/>
              </a:ext>
            </a:extLst>
          </p:cNvPr>
          <p:cNvSpPr>
            <a:spLocks noGrp="1"/>
          </p:cNvSpPr>
          <p:nvPr>
            <p:ph type="title"/>
          </p:nvPr>
        </p:nvSpPr>
        <p:spPr>
          <a:xfrm>
            <a:off x="259883" y="434108"/>
            <a:ext cx="11569729" cy="895927"/>
          </a:xfrm>
        </p:spPr>
        <p:txBody>
          <a:bodyPr/>
          <a:lstStyle/>
          <a:p>
            <a:r>
              <a:rPr lang="en-US" dirty="0"/>
              <a:t>KKT - sample points = 100</a:t>
            </a:r>
          </a:p>
        </p:txBody>
      </p:sp>
      <p:pic>
        <p:nvPicPr>
          <p:cNvPr id="7" name="Content Placeholder 6">
            <a:extLst>
              <a:ext uri="{FF2B5EF4-FFF2-40B4-BE49-F238E27FC236}">
                <a16:creationId xmlns:a16="http://schemas.microsoft.com/office/drawing/2014/main" id="{EAF68127-BA1F-2BC5-AB80-84E11956795E}"/>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FF4EF69D-2D64-56BE-32AF-1B3F3B09AF48}"/>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2C1C649-6AD7-1293-772C-94DFD4CB2BDA}"/>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46</a:t>
            </a:fld>
            <a:endParaRPr lang="en-US" dirty="0"/>
          </a:p>
        </p:txBody>
      </p:sp>
    </p:spTree>
    <p:extLst>
      <p:ext uri="{BB962C8B-B14F-4D97-AF65-F5344CB8AC3E}">
        <p14:creationId xmlns:p14="http://schemas.microsoft.com/office/powerpoint/2010/main" val="3789045648"/>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51AEF-20F0-DF9B-A24A-8385BED3507D}"/>
              </a:ext>
            </a:extLst>
          </p:cNvPr>
          <p:cNvSpPr>
            <a:spLocks noGrp="1"/>
          </p:cNvSpPr>
          <p:nvPr>
            <p:ph type="title"/>
          </p:nvPr>
        </p:nvSpPr>
        <p:spPr>
          <a:xfrm>
            <a:off x="259883" y="434108"/>
            <a:ext cx="11569729" cy="895927"/>
          </a:xfrm>
        </p:spPr>
        <p:txBody>
          <a:bodyPr/>
          <a:lstStyle/>
          <a:p>
            <a:r>
              <a:rPr lang="en-US" dirty="0"/>
              <a:t>NN - sample points = 100</a:t>
            </a:r>
          </a:p>
        </p:txBody>
      </p:sp>
      <p:pic>
        <p:nvPicPr>
          <p:cNvPr id="7" name="Content Placeholder 6">
            <a:extLst>
              <a:ext uri="{FF2B5EF4-FFF2-40B4-BE49-F238E27FC236}">
                <a16:creationId xmlns:a16="http://schemas.microsoft.com/office/drawing/2014/main" id="{EAB518DF-B879-2909-5AF9-01892EBDFD6A}"/>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50B9E731-BBC3-9A4D-859C-0CA32CE73AC6}"/>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606C780E-B066-300C-A56E-46FF4124E8E7}"/>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47</a:t>
            </a:fld>
            <a:endParaRPr lang="en-US" dirty="0"/>
          </a:p>
        </p:txBody>
      </p:sp>
    </p:spTree>
    <p:extLst>
      <p:ext uri="{BB962C8B-B14F-4D97-AF65-F5344CB8AC3E}">
        <p14:creationId xmlns:p14="http://schemas.microsoft.com/office/powerpoint/2010/main" val="3561984832"/>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7853-0402-CC6C-5A53-F6A9C6C83399}"/>
              </a:ext>
            </a:extLst>
          </p:cNvPr>
          <p:cNvSpPr>
            <a:spLocks noGrp="1"/>
          </p:cNvSpPr>
          <p:nvPr>
            <p:ph type="title"/>
          </p:nvPr>
        </p:nvSpPr>
        <p:spPr>
          <a:xfrm>
            <a:off x="259883" y="434108"/>
            <a:ext cx="11569729" cy="895927"/>
          </a:xfrm>
        </p:spPr>
        <p:txBody>
          <a:bodyPr/>
          <a:lstStyle/>
          <a:p>
            <a:r>
              <a:rPr lang="en-US" dirty="0"/>
              <a:t>sample points = 100</a:t>
            </a:r>
          </a:p>
        </p:txBody>
      </p:sp>
      <p:pic>
        <p:nvPicPr>
          <p:cNvPr id="7" name="Content Placeholder 6">
            <a:extLst>
              <a:ext uri="{FF2B5EF4-FFF2-40B4-BE49-F238E27FC236}">
                <a16:creationId xmlns:a16="http://schemas.microsoft.com/office/drawing/2014/main" id="{79CC0F1F-4520-E665-B10E-4D1958590CCA}"/>
              </a:ext>
            </a:extLst>
          </p:cNvPr>
          <p:cNvPicPr>
            <a:picLocks noGrp="1" noChangeAspect="1"/>
          </p:cNvPicPr>
          <p:nvPr>
            <p:ph idx="1"/>
          </p:nvPr>
        </p:nvPicPr>
        <p:blipFill>
          <a:blip r:embed="rId2"/>
          <a:stretch>
            <a:fillRect/>
          </a:stretch>
        </p:blipFill>
        <p:spPr>
          <a:xfrm>
            <a:off x="3116405" y="1412875"/>
            <a:ext cx="5857590" cy="4595813"/>
          </a:xfrm>
        </p:spPr>
      </p:pic>
      <p:sp>
        <p:nvSpPr>
          <p:cNvPr id="4" name="Footer Placeholder 3">
            <a:extLst>
              <a:ext uri="{FF2B5EF4-FFF2-40B4-BE49-F238E27FC236}">
                <a16:creationId xmlns:a16="http://schemas.microsoft.com/office/drawing/2014/main" id="{4C137FE1-0DCC-032F-323B-A17775E5B2B5}"/>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7082B99-BEE0-087E-BD10-19AA0161C6EE}"/>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48</a:t>
            </a:fld>
            <a:endParaRPr lang="en-US" dirty="0"/>
          </a:p>
        </p:txBody>
      </p:sp>
    </p:spTree>
    <p:extLst>
      <p:ext uri="{BB962C8B-B14F-4D97-AF65-F5344CB8AC3E}">
        <p14:creationId xmlns:p14="http://schemas.microsoft.com/office/powerpoint/2010/main" val="3816935030"/>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C74F-65FA-CDEF-42FF-ECCC82098690}"/>
              </a:ext>
            </a:extLst>
          </p:cNvPr>
          <p:cNvSpPr>
            <a:spLocks noGrp="1"/>
          </p:cNvSpPr>
          <p:nvPr>
            <p:ph type="title"/>
          </p:nvPr>
        </p:nvSpPr>
        <p:spPr>
          <a:xfrm>
            <a:off x="259883" y="434108"/>
            <a:ext cx="11569729" cy="895927"/>
          </a:xfrm>
        </p:spPr>
        <p:txBody>
          <a:bodyPr/>
          <a:lstStyle/>
          <a:p>
            <a:r>
              <a:rPr lang="en-US" dirty="0"/>
              <a:t>KKT - sample points = 600</a:t>
            </a:r>
          </a:p>
        </p:txBody>
      </p:sp>
      <p:pic>
        <p:nvPicPr>
          <p:cNvPr id="7" name="Content Placeholder 6">
            <a:extLst>
              <a:ext uri="{FF2B5EF4-FFF2-40B4-BE49-F238E27FC236}">
                <a16:creationId xmlns:a16="http://schemas.microsoft.com/office/drawing/2014/main" id="{6B58D988-15FF-A743-3E29-1C5103FAF1AE}"/>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AC3C989F-648E-0C06-2F31-EC2A9F41BD3F}"/>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56EA1CA-F9E6-252B-C304-C33B814D23E0}"/>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49</a:t>
            </a:fld>
            <a:endParaRPr lang="en-US" dirty="0"/>
          </a:p>
        </p:txBody>
      </p:sp>
    </p:spTree>
    <p:extLst>
      <p:ext uri="{BB962C8B-B14F-4D97-AF65-F5344CB8AC3E}">
        <p14:creationId xmlns:p14="http://schemas.microsoft.com/office/powerpoint/2010/main" val="702320788"/>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CDCD-B520-FC6A-8157-6F41E95609E7}"/>
              </a:ext>
            </a:extLst>
          </p:cNvPr>
          <p:cNvSpPr>
            <a:spLocks noGrp="1"/>
          </p:cNvSpPr>
          <p:nvPr>
            <p:ph type="title"/>
          </p:nvPr>
        </p:nvSpPr>
        <p:spPr>
          <a:xfrm>
            <a:off x="259883" y="434108"/>
            <a:ext cx="11569729" cy="895927"/>
          </a:xfrm>
        </p:spPr>
        <p:txBody>
          <a:bodyPr/>
          <a:lstStyle/>
          <a:p>
            <a:r>
              <a:rPr lang="en-US" dirty="0"/>
              <a:t>NN - sample points = 600</a:t>
            </a:r>
          </a:p>
        </p:txBody>
      </p:sp>
      <p:pic>
        <p:nvPicPr>
          <p:cNvPr id="7" name="Content Placeholder 6">
            <a:extLst>
              <a:ext uri="{FF2B5EF4-FFF2-40B4-BE49-F238E27FC236}">
                <a16:creationId xmlns:a16="http://schemas.microsoft.com/office/drawing/2014/main" id="{16E2F361-70A8-7F8B-4EEB-8BFD70077212}"/>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53236EBD-8E90-5CD5-76A7-8C2EE9EAD3F8}"/>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42441DF-3AD1-7F07-A3E0-FC2F92700D2C}"/>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50</a:t>
            </a:fld>
            <a:endParaRPr lang="en-US" dirty="0"/>
          </a:p>
        </p:txBody>
      </p:sp>
    </p:spTree>
    <p:extLst>
      <p:ext uri="{BB962C8B-B14F-4D97-AF65-F5344CB8AC3E}">
        <p14:creationId xmlns:p14="http://schemas.microsoft.com/office/powerpoint/2010/main" val="714113199"/>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F6B97-B564-E06B-C77E-90CB37FC4382}"/>
              </a:ext>
            </a:extLst>
          </p:cNvPr>
          <p:cNvSpPr>
            <a:spLocks noGrp="1"/>
          </p:cNvSpPr>
          <p:nvPr>
            <p:ph type="title"/>
          </p:nvPr>
        </p:nvSpPr>
        <p:spPr>
          <a:xfrm>
            <a:off x="259883" y="434108"/>
            <a:ext cx="11569729" cy="895927"/>
          </a:xfrm>
        </p:spPr>
        <p:txBody>
          <a:bodyPr/>
          <a:lstStyle/>
          <a:p>
            <a:r>
              <a:rPr lang="en-US" dirty="0"/>
              <a:t>sample points = 600</a:t>
            </a:r>
          </a:p>
        </p:txBody>
      </p:sp>
      <p:pic>
        <p:nvPicPr>
          <p:cNvPr id="7" name="Content Placeholder 6">
            <a:extLst>
              <a:ext uri="{FF2B5EF4-FFF2-40B4-BE49-F238E27FC236}">
                <a16:creationId xmlns:a16="http://schemas.microsoft.com/office/drawing/2014/main" id="{0D7CB602-952D-3D38-EEF9-818C118B40A4}"/>
              </a:ext>
            </a:extLst>
          </p:cNvPr>
          <p:cNvPicPr>
            <a:picLocks noGrp="1" noChangeAspect="1"/>
          </p:cNvPicPr>
          <p:nvPr>
            <p:ph idx="1"/>
          </p:nvPr>
        </p:nvPicPr>
        <p:blipFill>
          <a:blip r:embed="rId2"/>
          <a:stretch>
            <a:fillRect/>
          </a:stretch>
        </p:blipFill>
        <p:spPr>
          <a:xfrm>
            <a:off x="3011064" y="1414936"/>
            <a:ext cx="6068272" cy="4591691"/>
          </a:xfrm>
        </p:spPr>
      </p:pic>
      <p:sp>
        <p:nvSpPr>
          <p:cNvPr id="4" name="Footer Placeholder 3">
            <a:extLst>
              <a:ext uri="{FF2B5EF4-FFF2-40B4-BE49-F238E27FC236}">
                <a16:creationId xmlns:a16="http://schemas.microsoft.com/office/drawing/2014/main" id="{F9ADBF7C-2979-A74D-F924-DC4518092C94}"/>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72C00132-81F1-716D-4513-8A1F5F5370E1}"/>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51</a:t>
            </a:fld>
            <a:endParaRPr lang="en-US" dirty="0"/>
          </a:p>
        </p:txBody>
      </p:sp>
    </p:spTree>
    <p:extLst>
      <p:ext uri="{BB962C8B-B14F-4D97-AF65-F5344CB8AC3E}">
        <p14:creationId xmlns:p14="http://schemas.microsoft.com/office/powerpoint/2010/main" val="3841574703"/>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A07C-A580-C99E-5136-27FBF665D564}"/>
              </a:ext>
            </a:extLst>
          </p:cNvPr>
          <p:cNvSpPr>
            <a:spLocks noGrp="1"/>
          </p:cNvSpPr>
          <p:nvPr>
            <p:ph type="title"/>
          </p:nvPr>
        </p:nvSpPr>
        <p:spPr>
          <a:xfrm>
            <a:off x="259883" y="434108"/>
            <a:ext cx="11569729" cy="895927"/>
          </a:xfrm>
        </p:spPr>
        <p:txBody>
          <a:bodyPr/>
          <a:lstStyle/>
          <a:p>
            <a:r>
              <a:rPr lang="en-US" dirty="0"/>
              <a:t>KKT - sample points = 800</a:t>
            </a:r>
          </a:p>
        </p:txBody>
      </p:sp>
      <p:pic>
        <p:nvPicPr>
          <p:cNvPr id="7" name="Content Placeholder 6">
            <a:extLst>
              <a:ext uri="{FF2B5EF4-FFF2-40B4-BE49-F238E27FC236}">
                <a16:creationId xmlns:a16="http://schemas.microsoft.com/office/drawing/2014/main" id="{F3D73C34-60D1-A46A-ECDC-9FD6D5B0ABC2}"/>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BB0554E0-4A56-05A4-8029-D665B3346E9A}"/>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C132E00-DF78-0FA1-F501-AEC1A9526A96}"/>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52</a:t>
            </a:fld>
            <a:endParaRPr lang="en-US" dirty="0"/>
          </a:p>
        </p:txBody>
      </p:sp>
    </p:spTree>
    <p:extLst>
      <p:ext uri="{BB962C8B-B14F-4D97-AF65-F5344CB8AC3E}">
        <p14:creationId xmlns:p14="http://schemas.microsoft.com/office/powerpoint/2010/main" val="1638153654"/>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A8C9-E20D-B310-852B-E23C2451CDA0}"/>
              </a:ext>
            </a:extLst>
          </p:cNvPr>
          <p:cNvSpPr>
            <a:spLocks noGrp="1"/>
          </p:cNvSpPr>
          <p:nvPr>
            <p:ph type="title"/>
          </p:nvPr>
        </p:nvSpPr>
        <p:spPr>
          <a:xfrm>
            <a:off x="259883" y="434108"/>
            <a:ext cx="11569729" cy="895927"/>
          </a:xfrm>
        </p:spPr>
        <p:txBody>
          <a:bodyPr/>
          <a:lstStyle/>
          <a:p>
            <a:r>
              <a:rPr lang="en-US" dirty="0"/>
              <a:t>NN - sample points = 800</a:t>
            </a:r>
          </a:p>
        </p:txBody>
      </p:sp>
      <p:pic>
        <p:nvPicPr>
          <p:cNvPr id="7" name="Content Placeholder 6">
            <a:extLst>
              <a:ext uri="{FF2B5EF4-FFF2-40B4-BE49-F238E27FC236}">
                <a16:creationId xmlns:a16="http://schemas.microsoft.com/office/drawing/2014/main" id="{BD10ABE8-41EE-F2D1-3C9B-79B671B01439}"/>
              </a:ext>
            </a:extLst>
          </p:cNvPr>
          <p:cNvPicPr>
            <a:picLocks noGrp="1" noChangeAspect="1"/>
          </p:cNvPicPr>
          <p:nvPr>
            <p:ph idx="1"/>
          </p:nvPr>
        </p:nvPicPr>
        <p:blipFill>
          <a:blip r:embed="rId2"/>
          <a:stretch>
            <a:fillRect/>
          </a:stretch>
        </p:blipFill>
        <p:spPr>
          <a:xfrm>
            <a:off x="2368550" y="1412875"/>
            <a:ext cx="7353300" cy="4595813"/>
          </a:xfrm>
        </p:spPr>
      </p:pic>
      <p:sp>
        <p:nvSpPr>
          <p:cNvPr id="4" name="Footer Placeholder 3">
            <a:extLst>
              <a:ext uri="{FF2B5EF4-FFF2-40B4-BE49-F238E27FC236}">
                <a16:creationId xmlns:a16="http://schemas.microsoft.com/office/drawing/2014/main" id="{20F7EC04-43A3-EF3E-89AB-B83F52DE2AAD}"/>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9C9BCD0-7ED5-8AA3-5069-9A7EFE26D32D}"/>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53</a:t>
            </a:fld>
            <a:endParaRPr lang="en-US" dirty="0"/>
          </a:p>
        </p:txBody>
      </p:sp>
    </p:spTree>
    <p:extLst>
      <p:ext uri="{BB962C8B-B14F-4D97-AF65-F5344CB8AC3E}">
        <p14:creationId xmlns:p14="http://schemas.microsoft.com/office/powerpoint/2010/main" val="856275325"/>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F0B3-AC5B-06B2-7B17-69A51474C7F1}"/>
              </a:ext>
            </a:extLst>
          </p:cNvPr>
          <p:cNvSpPr>
            <a:spLocks noGrp="1"/>
          </p:cNvSpPr>
          <p:nvPr>
            <p:ph type="title"/>
          </p:nvPr>
        </p:nvSpPr>
        <p:spPr>
          <a:xfrm>
            <a:off x="259883" y="434108"/>
            <a:ext cx="11569729" cy="895927"/>
          </a:xfrm>
        </p:spPr>
        <p:txBody>
          <a:bodyPr/>
          <a:lstStyle/>
          <a:p>
            <a:r>
              <a:rPr lang="en-US" dirty="0"/>
              <a:t>sample points = 800</a:t>
            </a:r>
          </a:p>
        </p:txBody>
      </p:sp>
      <p:pic>
        <p:nvPicPr>
          <p:cNvPr id="7" name="Content Placeholder 6">
            <a:extLst>
              <a:ext uri="{FF2B5EF4-FFF2-40B4-BE49-F238E27FC236}">
                <a16:creationId xmlns:a16="http://schemas.microsoft.com/office/drawing/2014/main" id="{6B630E48-93A2-5EF6-6805-17DDCC9CF293}"/>
              </a:ext>
            </a:extLst>
          </p:cNvPr>
          <p:cNvPicPr>
            <a:picLocks noGrp="1" noChangeAspect="1"/>
          </p:cNvPicPr>
          <p:nvPr>
            <p:ph idx="1"/>
          </p:nvPr>
        </p:nvPicPr>
        <p:blipFill>
          <a:blip r:embed="rId2"/>
          <a:stretch>
            <a:fillRect/>
          </a:stretch>
        </p:blipFill>
        <p:spPr>
          <a:xfrm>
            <a:off x="3147640" y="1412875"/>
            <a:ext cx="5795119" cy="4595813"/>
          </a:xfrm>
        </p:spPr>
      </p:pic>
      <p:sp>
        <p:nvSpPr>
          <p:cNvPr id="4" name="Footer Placeholder 3">
            <a:extLst>
              <a:ext uri="{FF2B5EF4-FFF2-40B4-BE49-F238E27FC236}">
                <a16:creationId xmlns:a16="http://schemas.microsoft.com/office/drawing/2014/main" id="{E4BDB4AF-FFE4-285F-F0DE-21D27C115F77}"/>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C2F28E3-51F3-4AD2-A85F-B647F7B0055F}"/>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54</a:t>
            </a:fld>
            <a:endParaRPr lang="en-US" dirty="0"/>
          </a:p>
        </p:txBody>
      </p:sp>
    </p:spTree>
    <p:extLst>
      <p:ext uri="{BB962C8B-B14F-4D97-AF65-F5344CB8AC3E}">
        <p14:creationId xmlns:p14="http://schemas.microsoft.com/office/powerpoint/2010/main" val="1836049917"/>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669A1-22D0-5B3A-5A32-0C2D4837F140}"/>
              </a:ext>
            </a:extLst>
          </p:cNvPr>
          <p:cNvSpPr>
            <a:spLocks noGrp="1"/>
          </p:cNvSpPr>
          <p:nvPr>
            <p:ph type="title"/>
          </p:nvPr>
        </p:nvSpPr>
        <p:spPr>
          <a:xfrm>
            <a:off x="259883" y="434108"/>
            <a:ext cx="11569729" cy="895927"/>
          </a:xfrm>
        </p:spPr>
        <p:txBody>
          <a:bodyPr/>
          <a:lstStyle/>
          <a:p>
            <a:r>
              <a:rPr lang="en-US" dirty="0"/>
              <a:t>Comparison of KKT and NN performance – Error vs n data points</a:t>
            </a:r>
          </a:p>
        </p:txBody>
      </p:sp>
      <p:pic>
        <p:nvPicPr>
          <p:cNvPr id="7" name="Content Placeholder 6">
            <a:extLst>
              <a:ext uri="{FF2B5EF4-FFF2-40B4-BE49-F238E27FC236}">
                <a16:creationId xmlns:a16="http://schemas.microsoft.com/office/drawing/2014/main" id="{306345A6-0BD6-43FD-B64F-ABF5DB487158}"/>
              </a:ext>
            </a:extLst>
          </p:cNvPr>
          <p:cNvPicPr>
            <a:picLocks noGrp="1" noChangeAspect="1"/>
          </p:cNvPicPr>
          <p:nvPr>
            <p:ph idx="1"/>
          </p:nvPr>
        </p:nvPicPr>
        <p:blipFill>
          <a:blip r:embed="rId2"/>
          <a:stretch>
            <a:fillRect/>
          </a:stretch>
        </p:blipFill>
        <p:spPr>
          <a:xfrm>
            <a:off x="714683" y="1412875"/>
            <a:ext cx="10661034" cy="4595813"/>
          </a:xfrm>
        </p:spPr>
      </p:pic>
      <p:sp>
        <p:nvSpPr>
          <p:cNvPr id="4" name="Footer Placeholder 3">
            <a:extLst>
              <a:ext uri="{FF2B5EF4-FFF2-40B4-BE49-F238E27FC236}">
                <a16:creationId xmlns:a16="http://schemas.microsoft.com/office/drawing/2014/main" id="{6DB15138-32DE-22D5-CF3F-6420E1C506AC}"/>
              </a:ext>
            </a:extLst>
          </p:cNvPr>
          <p:cNvSpPr>
            <a:spLocks noGrp="1"/>
          </p:cNvSpPr>
          <p:nvPr>
            <p:ph type="ftr" sz="quarter" idx="11"/>
          </p:nvPr>
        </p:nvSpPr>
        <p:spPr>
          <a:xfrm>
            <a:off x="259882" y="6335309"/>
            <a:ext cx="5226517" cy="250337"/>
          </a:xfrm>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54FE7ED-94A9-7515-990F-321E5E259617}"/>
              </a:ext>
            </a:extLst>
          </p:cNvPr>
          <p:cNvSpPr>
            <a:spLocks noGrp="1"/>
          </p:cNvSpPr>
          <p:nvPr>
            <p:ph type="sldNum" sz="quarter" idx="12"/>
          </p:nvPr>
        </p:nvSpPr>
        <p:spPr>
          <a:xfrm>
            <a:off x="5588000" y="6335309"/>
            <a:ext cx="1016000" cy="250337"/>
          </a:xfrm>
        </p:spPr>
        <p:txBody>
          <a:bodyPr/>
          <a:lstStyle/>
          <a:p>
            <a:r>
              <a:rPr lang="en-US"/>
              <a:t>PAGE  </a:t>
            </a:r>
            <a:fld id="{93005692-73BE-493E-93AB-ECD6027A7652}" type="slidenum">
              <a:rPr lang="en-US" smtClean="0"/>
              <a:pPr/>
              <a:t>55</a:t>
            </a:fld>
            <a:endParaRPr lang="en-US" dirty="0"/>
          </a:p>
        </p:txBody>
      </p:sp>
    </p:spTree>
    <p:extLst>
      <p:ext uri="{BB962C8B-B14F-4D97-AF65-F5344CB8AC3E}">
        <p14:creationId xmlns:p14="http://schemas.microsoft.com/office/powerpoint/2010/main" val="3223059312"/>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E28B4-FBF0-0148-2AE3-52DF915A13B9}"/>
              </a:ext>
            </a:extLst>
          </p:cNvPr>
          <p:cNvSpPr>
            <a:spLocks noGrp="1"/>
          </p:cNvSpPr>
          <p:nvPr>
            <p:ph type="title"/>
          </p:nvPr>
        </p:nvSpPr>
        <p:spPr/>
        <p:txBody>
          <a:bodyPr/>
          <a:lstStyle/>
          <a:p>
            <a:r>
              <a:rPr lang="en-US" dirty="0"/>
              <a:t>Constraint vs </a:t>
            </a:r>
            <a:r>
              <a:rPr lang="en-US" dirty="0" err="1"/>
              <a:t>Cb</a:t>
            </a:r>
            <a:r>
              <a:rPr lang="en-US" dirty="0"/>
              <a:t> and T</a:t>
            </a:r>
          </a:p>
        </p:txBody>
      </p:sp>
      <p:pic>
        <p:nvPicPr>
          <p:cNvPr id="7" name="Content Placeholder 6">
            <a:extLst>
              <a:ext uri="{FF2B5EF4-FFF2-40B4-BE49-F238E27FC236}">
                <a16:creationId xmlns:a16="http://schemas.microsoft.com/office/drawing/2014/main" id="{6E571DC0-C98D-F81C-946B-6B73C1B1D270}"/>
              </a:ext>
            </a:extLst>
          </p:cNvPr>
          <p:cNvPicPr>
            <a:picLocks noGrp="1" noChangeAspect="1"/>
          </p:cNvPicPr>
          <p:nvPr>
            <p:ph idx="1"/>
          </p:nvPr>
        </p:nvPicPr>
        <p:blipFill>
          <a:blip r:embed="rId2"/>
          <a:stretch>
            <a:fillRect/>
          </a:stretch>
        </p:blipFill>
        <p:spPr>
          <a:xfrm>
            <a:off x="3539862" y="1412875"/>
            <a:ext cx="5010675" cy="4595813"/>
          </a:xfrm>
        </p:spPr>
      </p:pic>
      <p:sp>
        <p:nvSpPr>
          <p:cNvPr id="4" name="Footer Placeholder 3">
            <a:extLst>
              <a:ext uri="{FF2B5EF4-FFF2-40B4-BE49-F238E27FC236}">
                <a16:creationId xmlns:a16="http://schemas.microsoft.com/office/drawing/2014/main" id="{581A685B-53E0-C899-A17A-074B43E589BB}"/>
              </a:ext>
            </a:extLst>
          </p:cNvPr>
          <p:cNvSpPr>
            <a:spLocks noGrp="1"/>
          </p:cNvSpPr>
          <p:nvPr>
            <p:ph type="ftr" sz="quarter" idx="11"/>
          </p:nvPr>
        </p:nvSpPr>
        <p:spPr/>
        <p:txBody>
          <a:bodyPr/>
          <a:lstStyle/>
          <a:p>
            <a:r>
              <a:rPr lang="en-US"/>
              <a:t>Progress Update</a:t>
            </a:r>
            <a:endParaRPr lang="en-US" dirty="0"/>
          </a:p>
        </p:txBody>
      </p:sp>
      <p:sp>
        <p:nvSpPr>
          <p:cNvPr id="5" name="Slide Number Placeholder 4">
            <a:extLst>
              <a:ext uri="{FF2B5EF4-FFF2-40B4-BE49-F238E27FC236}">
                <a16:creationId xmlns:a16="http://schemas.microsoft.com/office/drawing/2014/main" id="{31E870FD-4B80-D165-CBBE-A370D59F14F5}"/>
              </a:ext>
            </a:extLst>
          </p:cNvPr>
          <p:cNvSpPr>
            <a:spLocks noGrp="1"/>
          </p:cNvSpPr>
          <p:nvPr>
            <p:ph type="sldNum" sz="quarter" idx="12"/>
          </p:nvPr>
        </p:nvSpPr>
        <p:spPr/>
        <p:txBody>
          <a:bodyPr/>
          <a:lstStyle/>
          <a:p>
            <a:r>
              <a:rPr lang="en-US"/>
              <a:t>PAGE  </a:t>
            </a:r>
            <a:fld id="{93005692-73BE-493E-93AB-ECD6027A7652}" type="slidenum">
              <a:rPr lang="en-US" smtClean="0"/>
              <a:pPr/>
              <a:t>56</a:t>
            </a:fld>
            <a:endParaRPr lang="en-US" dirty="0"/>
          </a:p>
        </p:txBody>
      </p:sp>
    </p:spTree>
    <p:extLst>
      <p:ext uri="{BB962C8B-B14F-4D97-AF65-F5344CB8AC3E}">
        <p14:creationId xmlns:p14="http://schemas.microsoft.com/office/powerpoint/2010/main" val="3760379661"/>
      </p:ext>
    </p:extLst>
  </p:cSld>
  <p:clrMapOvr>
    <a:masterClrMapping/>
  </p:clrMapOvr>
  <p:transition spd="slow">
    <p:push dir="u"/>
  </p:transition>
</p:sld>
</file>

<file path=ppt/theme/theme1.xml><?xml version="1.0" encoding="utf-8"?>
<a:theme xmlns:a="http://schemas.openxmlformats.org/drawingml/2006/main" name="UofWaterloo_WhiteBkgrd">
  <a:themeElements>
    <a:clrScheme name="UWaterloo Engineering">
      <a:dk1>
        <a:srgbClr val="000000"/>
      </a:dk1>
      <a:lt1>
        <a:srgbClr val="FFFFFF"/>
      </a:lt1>
      <a:dk2>
        <a:srgbClr val="757575"/>
      </a:dk2>
      <a:lt2>
        <a:srgbClr val="D6D6D6"/>
      </a:lt2>
      <a:accent1>
        <a:srgbClr val="B45DCB"/>
      </a:accent1>
      <a:accent2>
        <a:srgbClr val="0C0C0C"/>
      </a:accent2>
      <a:accent3>
        <a:srgbClr val="865DA4"/>
      </a:accent3>
      <a:accent4>
        <a:srgbClr val="C2A8F0"/>
      </a:accent4>
      <a:accent5>
        <a:srgbClr val="5D0096"/>
      </a:accent5>
      <a:accent6>
        <a:srgbClr val="865DA4"/>
      </a:accent6>
      <a:hlink>
        <a:srgbClr val="5D0096"/>
      </a:hlink>
      <a:folHlink>
        <a:srgbClr val="595959"/>
      </a:folHlink>
    </a:clrScheme>
    <a:fontScheme name="Custom 3">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culty_of_engineering_powerpoint_template_16-9_widescreen" id="{987C9BB4-A0D7-4E4D-8D46-56A52F7D2DA8}" vid="{9C87E2C4-D19B-8F42-9558-536F7D440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535D3CEC2F76A4CA1EC3507E2D03D36" ma:contentTypeVersion="16" ma:contentTypeDescription="Create a new document." ma:contentTypeScope="" ma:versionID="bb97bee70b1606bbb700640dacabe47f">
  <xsd:schema xmlns:xsd="http://www.w3.org/2001/XMLSchema" xmlns:xs="http://www.w3.org/2001/XMLSchema" xmlns:p="http://schemas.microsoft.com/office/2006/metadata/properties" xmlns:ns2="9bed8fe0-fd4c-4f92-9936-a2497f3396f6" xmlns:ns3="5d8f0207-1964-4a5e-9049-2927796093eb" targetNamespace="http://schemas.microsoft.com/office/2006/metadata/properties" ma:root="true" ma:fieldsID="5de26a37e5c2406e777d4ddd47cd8e40" ns2:_="" ns3:_="">
    <xsd:import namespace="9bed8fe0-fd4c-4f92-9936-a2497f3396f6"/>
    <xsd:import namespace="5d8f0207-1964-4a5e-9049-2927796093e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ed8fe0-fd4c-4f92-9936-a2497f3396f6" elementFormDefault="qualified">
    <xsd:import namespace="http://schemas.microsoft.com/office/2006/documentManagement/types"/>
    <xsd:import namespace="http://schemas.microsoft.com/office/infopath/2007/PartnerControls"/>
    <xsd:element name="SharedWithUsers" ma:index="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ba7b523d-fb2c-44c1-96a9-2a2e1bedae48}" ma:internalName="TaxCatchAll" ma:showField="CatchAllData" ma:web="9bed8fe0-fd4c-4f92-9936-a2497f3396f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d8f0207-1964-4a5e-9049-2927796093e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bf906fe-3e8e-4b22-a6fd-bde302b9218c"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d8f0207-1964-4a5e-9049-2927796093eb">
      <Terms xmlns="http://schemas.microsoft.com/office/infopath/2007/PartnerControls"/>
    </lcf76f155ced4ddcb4097134ff3c332f>
    <TaxCatchAll xmlns="9bed8fe0-fd4c-4f92-9936-a2497f3396f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796CB3A-B122-4517-855C-0F4A88E98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ed8fe0-fd4c-4f92-9936-a2497f3396f6"/>
    <ds:schemaRef ds:uri="5d8f0207-1964-4a5e-9049-2927796093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46C92BA-2C15-4648-8094-8AE24EF764A2}">
  <ds:schemaRefs>
    <ds:schemaRef ds:uri="http://schemas.microsoft.com/office/2006/metadata/properties"/>
    <ds:schemaRef ds:uri="http://schemas.microsoft.com/office/infopath/2007/PartnerControls"/>
    <ds:schemaRef ds:uri="5d8f0207-1964-4a5e-9049-2927796093eb"/>
    <ds:schemaRef ds:uri="9bed8fe0-fd4c-4f92-9936-a2497f3396f6"/>
  </ds:schemaRefs>
</ds:datastoreItem>
</file>

<file path=customXml/itemProps3.xml><?xml version="1.0" encoding="utf-8"?>
<ds:datastoreItem xmlns:ds="http://schemas.openxmlformats.org/officeDocument/2006/customXml" ds:itemID="{87F4C4DB-07ED-49AD-9A79-4094EE45E6E4}">
  <ds:schemaRefs>
    <ds:schemaRef ds:uri="http://schemas.microsoft.com/sharepoint/v3/contenttype/forms"/>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engineering_powerpoint_template_16-9_widescreen</Template>
  <TotalTime>75874</TotalTime>
  <Words>1463</Words>
  <Application>Microsoft Office PowerPoint</Application>
  <PresentationFormat>Widescreen</PresentationFormat>
  <Paragraphs>209</Paragraphs>
  <Slides>56</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Barlow Condensed</vt:lpstr>
      <vt:lpstr>Calibri</vt:lpstr>
      <vt:lpstr>Georgia</vt:lpstr>
      <vt:lpstr>Verdana</vt:lpstr>
      <vt:lpstr>Wingdings</vt:lpstr>
      <vt:lpstr>UofWaterloo_WhiteBkgrd</vt:lpstr>
      <vt:lpstr>Research Progress Update</vt:lpstr>
      <vt:lpstr>No use of sigmoid, use both linearized constraints for the whole range</vt:lpstr>
      <vt:lpstr>No use of sigmoid, use both linearized constraints for the whole range</vt:lpstr>
      <vt:lpstr>No use of sigmoid, use both linearized constraints for the whole range</vt:lpstr>
      <vt:lpstr>No use of sigmoid, use second half linearized constraint</vt:lpstr>
      <vt:lpstr>No use of sigmoid, use second half linearized constraint</vt:lpstr>
      <vt:lpstr>No use of sigmoid, use second half linearized constraint</vt:lpstr>
      <vt:lpstr>No use of sigmoid, use first half linearized constraint</vt:lpstr>
      <vt:lpstr>No use of sigmoid, use first half linearized constraint</vt:lpstr>
      <vt:lpstr>No use of sigmoid, use first half linearized constraint</vt:lpstr>
      <vt:lpstr>Architecture of the model</vt:lpstr>
      <vt:lpstr>Architecture of the model</vt:lpstr>
      <vt:lpstr>Use of sigmoid, use second half linearized constraint</vt:lpstr>
      <vt:lpstr>Use of sigmoid, use second half linearized constraint</vt:lpstr>
      <vt:lpstr>Use of sigmoid, use second half linearized constraint</vt:lpstr>
      <vt:lpstr>Use of sigmoid, use first half linearized constraint</vt:lpstr>
      <vt:lpstr>Use of sigmoid, use first half linearized constraint</vt:lpstr>
      <vt:lpstr>Use of sigmoid, use first half linearized constraint</vt:lpstr>
      <vt:lpstr>Use of sigmoid, use both linearized constraints, steepness=300</vt:lpstr>
      <vt:lpstr>Use of sigmoid, use both linearized constraints, steepness=300</vt:lpstr>
      <vt:lpstr>Use of sigmoid, use both linearized constraints, steepness=300</vt:lpstr>
      <vt:lpstr>Use of sigmoid, use both linearized constraints, higher steepness</vt:lpstr>
      <vt:lpstr>Use of sigmoid, use both linearized constraints, higher steepness</vt:lpstr>
      <vt:lpstr>Use of sigmoid, use both linearized constraints, higher steepness</vt:lpstr>
      <vt:lpstr>Steepness= 1000</vt:lpstr>
      <vt:lpstr>Steepness= 3000</vt:lpstr>
      <vt:lpstr>Steepness= 5000</vt:lpstr>
      <vt:lpstr>Steepness= 8000 – 3 lines</vt:lpstr>
      <vt:lpstr>Steepness= 8000 – 3 lines</vt:lpstr>
      <vt:lpstr>Steepness= 8000 – 3 lines</vt:lpstr>
      <vt:lpstr>Steepness= 8000 – 4 lines</vt:lpstr>
      <vt:lpstr>Steepness= 8000 – 4 lines</vt:lpstr>
      <vt:lpstr>Steepness= 8000 – 4 lines</vt:lpstr>
      <vt:lpstr>KKT – sample points = 500</vt:lpstr>
      <vt:lpstr>NN - sample points = 500</vt:lpstr>
      <vt:lpstr>sample points = 500</vt:lpstr>
      <vt:lpstr>KKT – sample points = 400</vt:lpstr>
      <vt:lpstr>NN - sample points = 400</vt:lpstr>
      <vt:lpstr>sample points = 400</vt:lpstr>
      <vt:lpstr>KKT - sample points = 300</vt:lpstr>
      <vt:lpstr>NN - sample points = 300</vt:lpstr>
      <vt:lpstr>sample points = 300</vt:lpstr>
      <vt:lpstr>KKT - sample points = 200</vt:lpstr>
      <vt:lpstr>NN - sample points = 200</vt:lpstr>
      <vt:lpstr>sample points = 200</vt:lpstr>
      <vt:lpstr>KKT - sample points = 100</vt:lpstr>
      <vt:lpstr>NN - sample points = 100</vt:lpstr>
      <vt:lpstr>sample points = 100</vt:lpstr>
      <vt:lpstr>KKT - sample points = 600</vt:lpstr>
      <vt:lpstr>NN - sample points = 600</vt:lpstr>
      <vt:lpstr>sample points = 600</vt:lpstr>
      <vt:lpstr>KKT - sample points = 800</vt:lpstr>
      <vt:lpstr>NN - sample points = 800</vt:lpstr>
      <vt:lpstr>sample points = 800</vt:lpstr>
      <vt:lpstr>Comparison of KKT and NN performance – Error vs n data points</vt:lpstr>
      <vt:lpstr>Constraint vs Cb and 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 Mohammad Mohammadi</dc:creator>
  <cp:lastModifiedBy>Fateme Mohammad Mohammadi</cp:lastModifiedBy>
  <cp:revision>290</cp:revision>
  <dcterms:created xsi:type="dcterms:W3CDTF">2024-09-20T14:42:09Z</dcterms:created>
  <dcterms:modified xsi:type="dcterms:W3CDTF">2025-07-17T16:41:10Z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0x0101009535D3CEC2F76A4CA1EC3507E2D03D36</vt:lpwstr>
  </property>
</Properties>
</file>