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11"/>
  </p:notesMasterIdLst>
  <p:handoutMasterIdLst>
    <p:handoutMasterId r:id="rId12"/>
  </p:handoutMasterIdLst>
  <p:sldIdLst>
    <p:sldId id="256" r:id="rId5"/>
    <p:sldId id="328" r:id="rId6"/>
    <p:sldId id="329" r:id="rId7"/>
    <p:sldId id="330" r:id="rId8"/>
    <p:sldId id="331" r:id="rId9"/>
    <p:sldId id="33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7E6BEA-9D28-86FA-D573-63E937A9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4DF45C-A64A-062F-9CED-3E842F488317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B245BA-2894-CA76-0F75-D34749BB980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0A4491-7F26-FD1F-E922-D16588A2AF7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467DA2-12C4-867B-1A08-D4BC12EE311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127630-A949-31A6-994A-2119B96BA2F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E5E2D7B7-C046-952F-FFBF-CDF3C05A3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76B466-9D8C-A8C3-EB96-3631DC2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EAB53-3AF3-394F-5A0D-265C448ECA6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4BD0F5-AD43-7157-6853-3CD55084FE7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12FAF-5A82-CC83-3020-79FECB6A9B1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E8C28B-8279-2C62-9323-C451CFBB294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CBBFB6-9B79-D3A2-687E-255A236C963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ity of Waterloo Faculty of Engineering logo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69F524-D51C-40DB-F389-1673BFAA4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59F7A-5A85-CDB2-227D-E72CEFB48AF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91028-4405-8861-5C0F-DDCED6AE10C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0B4E87-130B-529C-B325-CF2152D17DB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B4BA68-9EA4-7A22-3621-B9ED64303A7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5C994C-FB53-4A65-2E87-41A18194314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61486EB2-DBB7-6812-FFCB-C07E1DEE6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4CF5075-07D9-F9E3-0595-1A0D8C92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D24995-6F05-8ECB-D3BE-0691DF97B91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36C1D7-6B11-F5C9-0533-3719C5ECB00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9C97C2-B343-C17E-D528-65C442051DD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34F6-8D98-D192-5DBF-F8BDC1DB62E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4B2663-04FA-0615-C4BC-D798630AB8B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BDD71-5673-C3E4-61B8-8F8F0413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BF8245-E943-0D71-7CC0-09B6B4E3260B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2D8089-B052-A801-A878-B773A49F861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A2417-24CA-2534-65B9-CAFF9B77F07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D4852-C253-61D4-26E8-4222BFD9B55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FAF2-35DA-8050-8069-401CD4268EF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0E357-D0D7-C8D3-9BB9-CBCD595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904F2D-EB5B-78C1-C9CD-AD22B98AAF2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A6C96-3A16-4F62-35CE-95FC1296115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83E9C-7246-D12C-1E4F-7F8C8CACBCB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A84279-81BF-BD14-75E3-45D84ED22AE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DEA0-E90A-8F4E-6FCC-22A0591AE8A4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5677E-A76C-D8C2-715E-D2CC90E7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97014F-8428-CB57-EA94-4926AC5048D6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08710D-B7A2-5B78-4CA2-26A7E60D2EA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BC1D33-6438-5920-7D04-F461F1F2C24C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84E8BE-411E-3D79-1AEB-CFBE9515CD5B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2D3D3E-C28F-C346-1738-B63D4769D73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D66E9-C096-F7E5-4608-69F3BFAA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0D476-3C3C-17FB-6B9D-62877266FDD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A3B59E-EB98-37C9-ABAF-5F298CBCB50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9ADF04-D661-134D-CEBE-7284FCA07F2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66F9EB-2209-AA77-54BB-874DD242922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99F41D-6A52-4E41-CCC6-4F322B85979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E3B45F-F7EF-7AC1-2F71-A8F707B47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7FF446-A027-DF9C-2EF7-BB8A71A92C2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BD243-4CC4-FC6A-A3EF-134F0475518A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E8B32-A35D-0923-E7EE-4693F5A56614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4998BE-5F59-2840-05C4-7AFCED90F6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1EFAE3-6B14-DE22-01D0-2E8AFF7CD36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364A90-0797-F96E-F770-FF1A12CE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350EA6-F3C3-B71A-2AE8-59D70268626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D5CBB-2458-6136-9C90-A6C4B927AC9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84D87D-DBE9-B3EF-FFB3-C2AFE2A77403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1F04D2-CB9A-2272-4643-01B4FAAC439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6161E2-6AF6-CD93-0C7B-DE95E53B4B4C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AC575D-0FA9-A38D-9797-156B5AA8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2D70FB-ADA6-5E6E-29B1-A1623DE361B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40349B-8324-5C56-8910-78C4E6366CCD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12A301-E6DF-7760-3D01-B0933E8710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068C1-6FE1-DFD6-F0F5-A3F1F8A8E5C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460B5-979B-9830-988B-CA56409C364F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7" y="985586"/>
            <a:ext cx="6096143" cy="407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7CA9BB1-9C2E-4569-BE1D-5D7F529E6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410A60-FA9B-1ECF-958F-BC27BB5C2E9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C5613F-FE3A-A7CF-B132-7779C8C132EE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E9D1A7-9583-C584-47EB-0627750BD7C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DCD87-2E74-CDA8-1BA0-3DE81AD3380C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D214E4-DEB6-B4CF-DF1D-A1A345D13201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985586"/>
            <a:ext cx="6096143" cy="4075200"/>
          </a:xfrm>
          <a:prstGeom prst="rect">
            <a:avLst/>
          </a:prstGeom>
          <a:effectLst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C08A7A-273E-2AF6-423F-B3A31B4E8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64F3F-3B82-84E7-CBE7-02C3AEE04520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8ADAC-7828-B63A-D5DA-453F6E05F127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015563-E92F-C342-9A7D-30F6A4E8A0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7D1E3D-066D-CE3E-D814-48C37B5F91F3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11196A-9E52-FC64-5031-EB102393BE1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799131"/>
            <a:ext cx="6096143" cy="4075200"/>
          </a:xfrm>
          <a:prstGeom prst="rect">
            <a:avLst/>
          </a:prstGeom>
          <a:effectLst/>
        </p:spPr>
      </p:pic>
      <p:pic>
        <p:nvPicPr>
          <p:cNvPr id="16" name="Picture 15" descr="YOU+WATERLOO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5551F98-0A77-9BFF-9522-8E7ECCBB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BD5278-A732-132E-D1BB-5FC1F8CDD5E2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F4F076-A524-9C72-246E-4632FB7B683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6D408-FB48-5753-CC50-CD16F619FAF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5BE29-48EB-34E3-E99E-5D6ECC453C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3627FE-0E92-6205-F722-7C260F139C8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iversity of Waterloo Faculty of Engineering logo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9902" y="5992113"/>
            <a:ext cx="3262499" cy="89673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Fateme Mohammad Mohammadi,</a:t>
            </a:r>
            <a:br>
              <a:rPr lang="en-US" dirty="0"/>
            </a:br>
            <a:r>
              <a:rPr lang="en-US" dirty="0"/>
              <a:t>Chemical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5/6/2025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AE9F-E7D6-3F6A-EB23-542E3B55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77139-1C8D-F415-E5C6-12C6F9355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D89E6-F707-60E5-2ED1-C2A4A735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D9E59C6-3236-CE3F-89EE-5CA8FB0B0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7753" y="1412875"/>
            <a:ext cx="7414893" cy="4595813"/>
          </a:xfrm>
        </p:spPr>
      </p:pic>
    </p:spTree>
    <p:extLst>
      <p:ext uri="{BB962C8B-B14F-4D97-AF65-F5344CB8AC3E}">
        <p14:creationId xmlns:p14="http://schemas.microsoft.com/office/powerpoint/2010/main" val="271262264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0F4B-E94B-130D-6F2E-51C8A95E2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83E1A9-D293-0701-33E9-8129FB85D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6841" y="1412875"/>
            <a:ext cx="7396717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CF585-16A4-9B70-02D8-7599CEE9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1267E-24DA-9CA1-E1E8-B561C24F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63478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7B15-888F-520E-85E7-CCE4B8BE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D484E5-1F3F-5FB5-759A-46BCC549E1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5877" y="1412875"/>
            <a:ext cx="7018646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956E7-CE35-6D0A-C45A-F9CA0C33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A5A72-1793-A84C-734A-82ACDC9E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92419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2953-771E-4C70-D5FD-AD90E476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70DA1D-A7C1-F2FB-E0F4-AD452237B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7185" y="1412875"/>
            <a:ext cx="7456030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FC33C-71A1-46FF-39B9-6DE54824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82F08-4463-10E9-B15F-9385F02F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44737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C1B3E-CECE-13E4-EF72-FD3E0DFC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1E2D8E-F616-177C-7263-90C8492AB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2366" y="1412875"/>
            <a:ext cx="7225668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0E6F0-E265-69EB-57D0-A33539DD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194D0-7312-2A26-ABC3-515A142F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06800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UWaterloo Engineering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45DCB"/>
      </a:accent1>
      <a:accent2>
        <a:srgbClr val="0C0C0C"/>
      </a:accent2>
      <a:accent3>
        <a:srgbClr val="865DA4"/>
      </a:accent3>
      <a:accent4>
        <a:srgbClr val="C2A8F0"/>
      </a:accent4>
      <a:accent5>
        <a:srgbClr val="5D0096"/>
      </a:accent5>
      <a:accent6>
        <a:srgbClr val="865DA4"/>
      </a:accent6>
      <a:hlink>
        <a:srgbClr val="5D0096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_of_engineering_powerpoint_template_16-9_widescreen" id="{987C9BB4-A0D7-4E4D-8D46-56A52F7D2DA8}" vid="{9C87E2C4-D19B-8F42-9558-536F7D440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6C92BA-2C15-4648-8094-8AE24EF764A2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customXml/itemProps2.xml><?xml version="1.0" encoding="utf-8"?>
<ds:datastoreItem xmlns:ds="http://schemas.openxmlformats.org/officeDocument/2006/customXml" ds:itemID="{9796CB3A-B122-4517-855C-0F4A88E98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F4C4DB-07ED-49AD-9A79-4094EE45E6E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engineering_powerpoint_template_16-9_widescreen</Template>
  <TotalTime>14799</TotalTime>
  <Words>31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Research Progress Update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127</cp:revision>
  <dcterms:created xsi:type="dcterms:W3CDTF">2024-09-20T14:42:09Z</dcterms:created>
  <dcterms:modified xsi:type="dcterms:W3CDTF">2025-05-09T17:24:50Z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