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4"/>
  </p:sldMasterIdLst>
  <p:notesMasterIdLst>
    <p:notesMasterId r:id="rId59"/>
  </p:notesMasterIdLst>
  <p:handoutMasterIdLst>
    <p:handoutMasterId r:id="rId60"/>
  </p:handoutMasterIdLst>
  <p:sldIdLst>
    <p:sldId id="256" r:id="rId5"/>
    <p:sldId id="328" r:id="rId6"/>
    <p:sldId id="329" r:id="rId7"/>
    <p:sldId id="332" r:id="rId8"/>
    <p:sldId id="330" r:id="rId9"/>
    <p:sldId id="331" r:id="rId10"/>
    <p:sldId id="334" r:id="rId11"/>
    <p:sldId id="335" r:id="rId12"/>
    <p:sldId id="333" r:id="rId13"/>
    <p:sldId id="336" r:id="rId14"/>
    <p:sldId id="337" r:id="rId15"/>
    <p:sldId id="338" r:id="rId16"/>
    <p:sldId id="341" r:id="rId17"/>
    <p:sldId id="340" r:id="rId18"/>
    <p:sldId id="339" r:id="rId19"/>
    <p:sldId id="342" r:id="rId20"/>
    <p:sldId id="343" r:id="rId21"/>
    <p:sldId id="344" r:id="rId22"/>
    <p:sldId id="347" r:id="rId23"/>
    <p:sldId id="349" r:id="rId24"/>
    <p:sldId id="346" r:id="rId25"/>
    <p:sldId id="350" r:id="rId26"/>
    <p:sldId id="345" r:id="rId27"/>
    <p:sldId id="348" r:id="rId28"/>
    <p:sldId id="351" r:id="rId29"/>
    <p:sldId id="352" r:id="rId30"/>
    <p:sldId id="353" r:id="rId31"/>
    <p:sldId id="356" r:id="rId32"/>
    <p:sldId id="355" r:id="rId33"/>
    <p:sldId id="354" r:id="rId34"/>
    <p:sldId id="357" r:id="rId35"/>
    <p:sldId id="358" r:id="rId36"/>
    <p:sldId id="359" r:id="rId37"/>
    <p:sldId id="365" r:id="rId38"/>
    <p:sldId id="364" r:id="rId39"/>
    <p:sldId id="363" r:id="rId40"/>
    <p:sldId id="360" r:id="rId41"/>
    <p:sldId id="361" r:id="rId42"/>
    <p:sldId id="362" r:id="rId43"/>
    <p:sldId id="367" r:id="rId44"/>
    <p:sldId id="368" r:id="rId45"/>
    <p:sldId id="366" r:id="rId46"/>
    <p:sldId id="369" r:id="rId47"/>
    <p:sldId id="370" r:id="rId48"/>
    <p:sldId id="371" r:id="rId49"/>
    <p:sldId id="373" r:id="rId50"/>
    <p:sldId id="374" r:id="rId51"/>
    <p:sldId id="372" r:id="rId52"/>
    <p:sldId id="375" r:id="rId53"/>
    <p:sldId id="376" r:id="rId54"/>
    <p:sldId id="377" r:id="rId55"/>
    <p:sldId id="378" r:id="rId56"/>
    <p:sldId id="379" r:id="rId57"/>
    <p:sldId id="380"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3F00"/>
    <a:srgbClr val="FFFFFF"/>
    <a:srgbClr val="E4B429"/>
    <a:srgbClr val="FFD54F"/>
    <a:srgbClr val="FFEA3D"/>
    <a:srgbClr val="FFFFAA"/>
    <a:srgbClr val="E0249A"/>
    <a:srgbClr val="0073CF"/>
    <a:srgbClr val="57068C"/>
    <a:srgbClr val="FFDB43"/>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8010" autoAdjust="0"/>
  </p:normalViewPr>
  <p:slideViewPr>
    <p:cSldViewPr snapToGrid="0">
      <p:cViewPr varScale="1">
        <p:scale>
          <a:sx n="56" d="100"/>
          <a:sy n="56" d="100"/>
        </p:scale>
        <p:origin x="192" y="56"/>
      </p:cViewPr>
      <p:guideLst>
        <p:guide orient="horz" pos="2160"/>
        <p:guide pos="3840"/>
      </p:guideLst>
    </p:cSldViewPr>
  </p:slideViewPr>
  <p:notesTextViewPr>
    <p:cViewPr>
      <p:scale>
        <a:sx n="1" d="1"/>
        <a:sy n="1" d="1"/>
      </p:scale>
      <p:origin x="0" y="0"/>
    </p:cViewPr>
  </p:notesTextViewPr>
  <p:sorterViewPr>
    <p:cViewPr>
      <p:scale>
        <a:sx n="30" d="100"/>
        <a:sy n="30" d="100"/>
      </p:scale>
      <p:origin x="0" y="0"/>
    </p:cViewPr>
  </p:sorterViewPr>
  <p:notesViewPr>
    <p:cSldViewPr snapToGrid="0">
      <p:cViewPr varScale="1">
        <p:scale>
          <a:sx n="85" d="100"/>
          <a:sy n="85" d="100"/>
        </p:scale>
        <p:origin x="3928" y="16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5" Type="http://schemas.openxmlformats.org/officeDocument/2006/relationships/slide" Target="slides/slide1.xml"/><Relationship Id="rId61" Type="http://schemas.openxmlformats.org/officeDocument/2006/relationships/presProps" Target="pres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30E4E57-1CF6-4440-8310-3CBE926400C3}" type="datetimeFigureOut">
              <a:rPr lang="en-US" smtClean="0"/>
              <a:t>7/11/2025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B33DC02-E926-F143-BEA7-834664C012FA}" type="slidenum">
              <a:rPr lang="en-US" smtClean="0"/>
              <a:t>‹#›</a:t>
            </a:fld>
            <a:endParaRPr lang="en-US"/>
          </a:p>
        </p:txBody>
      </p:sp>
    </p:spTree>
    <p:extLst>
      <p:ext uri="{BB962C8B-B14F-4D97-AF65-F5344CB8AC3E}">
        <p14:creationId xmlns:p14="http://schemas.microsoft.com/office/powerpoint/2010/main" val="3894124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78E97C-1779-4CEE-80D0-5BBB1AC4023D}" type="datetimeFigureOut">
              <a:rPr lang="en-US" smtClean="0"/>
              <a:t>7/10/2025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CEF7D1-689C-4BC1-B59B-4A4CE078ECDF}" type="slidenum">
              <a:rPr lang="en-US" smtClean="0"/>
              <a:t>‹#›</a:t>
            </a:fld>
            <a:endParaRPr lang="en-US"/>
          </a:p>
        </p:txBody>
      </p:sp>
    </p:spTree>
    <p:extLst>
      <p:ext uri="{BB962C8B-B14F-4D97-AF65-F5344CB8AC3E}">
        <p14:creationId xmlns:p14="http://schemas.microsoft.com/office/powerpoint/2010/main" val="19811431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High violation of constraints, because in each range we </a:t>
            </a:r>
            <a:r>
              <a:rPr lang="en-US" dirty="0" err="1"/>
              <a:t>wanna</a:t>
            </a:r>
            <a:r>
              <a:rPr lang="en-US" dirty="0"/>
              <a:t> enforce two constraints, however the loss function tries to minimize the loss with respect to original data, so the loss would be very small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So, no guarantee of </a:t>
            </a:r>
            <a:r>
              <a:rPr lang="en-US" dirty="0" err="1"/>
              <a:t>enforment</a:t>
            </a:r>
            <a:r>
              <a:rPr lang="en-US" dirty="0"/>
              <a:t> anymore! Which results in the optimal prediction, however it questions the guarantee of KKT method.</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8CCEF7D1-689C-4BC1-B59B-4A4CE078ECDF}" type="slidenum">
              <a:rPr lang="en-US" smtClean="0"/>
              <a:t>5</a:t>
            </a:fld>
            <a:endParaRPr lang="en-US"/>
          </a:p>
        </p:txBody>
      </p:sp>
    </p:spTree>
    <p:extLst>
      <p:ext uri="{BB962C8B-B14F-4D97-AF65-F5344CB8AC3E}">
        <p14:creationId xmlns:p14="http://schemas.microsoft.com/office/powerpoint/2010/main" val="24487253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I think the reason that the violation is not that high is that, the x range for the first half is smaller than the second range. Although the constraint is violating the first half, it’d not that much.</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8CCEF7D1-689C-4BC1-B59B-4A4CE078ECDF}" type="slidenum">
              <a:rPr lang="en-US" smtClean="0"/>
              <a:t>8</a:t>
            </a:fld>
            <a:endParaRPr lang="en-US"/>
          </a:p>
        </p:txBody>
      </p:sp>
    </p:spTree>
    <p:extLst>
      <p:ext uri="{BB962C8B-B14F-4D97-AF65-F5344CB8AC3E}">
        <p14:creationId xmlns:p14="http://schemas.microsoft.com/office/powerpoint/2010/main" val="18672866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As only one sigmoid is applied (cause we only have one constraint), which is the inverse sigmoid for the first part, so the effect of second linearized constrain for second half is destroyed! Actually, if we defined the architecture of sigmoid functions in another way, it could work here for the second half.</a:t>
            </a:r>
          </a:p>
        </p:txBody>
      </p:sp>
      <p:sp>
        <p:nvSpPr>
          <p:cNvPr id="4" name="Slide Number Placeholder 3"/>
          <p:cNvSpPr>
            <a:spLocks noGrp="1"/>
          </p:cNvSpPr>
          <p:nvPr>
            <p:ph type="sldNum" sz="quarter" idx="5"/>
          </p:nvPr>
        </p:nvSpPr>
        <p:spPr/>
        <p:txBody>
          <a:bodyPr/>
          <a:lstStyle/>
          <a:p>
            <a:fld id="{8CCEF7D1-689C-4BC1-B59B-4A4CE078ECDF}" type="slidenum">
              <a:rPr lang="en-US" smtClean="0"/>
              <a:t>12</a:t>
            </a:fld>
            <a:endParaRPr lang="en-US"/>
          </a:p>
        </p:txBody>
      </p:sp>
    </p:spTree>
    <p:extLst>
      <p:ext uri="{BB962C8B-B14F-4D97-AF65-F5344CB8AC3E}">
        <p14:creationId xmlns:p14="http://schemas.microsoft.com/office/powerpoint/2010/main" val="35101414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This result is strange. I didn’t expect that. I expected to see constraint enforcing for the first half, as we have the inverse sigmoid function for first half and constraint that is linearized for the first half.</a:t>
            </a:r>
          </a:p>
        </p:txBody>
      </p:sp>
      <p:sp>
        <p:nvSpPr>
          <p:cNvPr id="4" name="Slide Number Placeholder 3"/>
          <p:cNvSpPr>
            <a:spLocks noGrp="1"/>
          </p:cNvSpPr>
          <p:nvPr>
            <p:ph type="sldNum" sz="quarter" idx="5"/>
          </p:nvPr>
        </p:nvSpPr>
        <p:spPr/>
        <p:txBody>
          <a:bodyPr/>
          <a:lstStyle/>
          <a:p>
            <a:fld id="{8CCEF7D1-689C-4BC1-B59B-4A4CE078ECDF}" type="slidenum">
              <a:rPr lang="en-US" smtClean="0"/>
              <a:t>18</a:t>
            </a:fld>
            <a:endParaRPr lang="en-US"/>
          </a:p>
        </p:txBody>
      </p:sp>
    </p:spTree>
    <p:extLst>
      <p:ext uri="{BB962C8B-B14F-4D97-AF65-F5344CB8AC3E}">
        <p14:creationId xmlns:p14="http://schemas.microsoft.com/office/powerpoint/2010/main" val="415873067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13" name="Picture 12" descr="University of Waterloo Faculty of Engineering logo">
            <a:extLst>
              <a:ext uri="{FF2B5EF4-FFF2-40B4-BE49-F238E27FC236}">
                <a16:creationId xmlns:a16="http://schemas.microsoft.com/office/drawing/2014/main" id="{930DF486-3438-A340-9F75-BB86BE289DE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850" y="5600284"/>
            <a:ext cx="4567498" cy="1255431"/>
          </a:xfrm>
          <a:prstGeom prst="rect">
            <a:avLst/>
          </a:prstGeom>
        </p:spPr>
      </p:pic>
      <p:sp>
        <p:nvSpPr>
          <p:cNvPr id="2" name="Title 1"/>
          <p:cNvSpPr>
            <a:spLocks noGrp="1"/>
          </p:cNvSpPr>
          <p:nvPr>
            <p:ph type="ctrTitle" hasCustomPrompt="1"/>
          </p:nvPr>
        </p:nvSpPr>
        <p:spPr>
          <a:xfrm>
            <a:off x="452740" y="1028940"/>
            <a:ext cx="9605660" cy="1474115"/>
          </a:xfrm>
        </p:spPr>
        <p:txBody>
          <a:bodyPr lIns="0" anchor="b">
            <a:noAutofit/>
          </a:bodyPr>
          <a:lstStyle>
            <a:lvl1pPr algn="l">
              <a:defRPr sz="5400" b="1" cap="all" baseline="0">
                <a:solidFill>
                  <a:schemeClr val="tx1"/>
                </a:solidFill>
                <a:latin typeface="+mj-lt"/>
              </a:defRPr>
            </a:lvl1pPr>
          </a:lstStyle>
          <a:p>
            <a:r>
              <a:rPr lang="en-US" dirty="0"/>
              <a:t>CLICK TO EDIT MASTER TITLE SLIDE</a:t>
            </a:r>
          </a:p>
        </p:txBody>
      </p:sp>
      <p:sp>
        <p:nvSpPr>
          <p:cNvPr id="3" name="Subtitle 2"/>
          <p:cNvSpPr>
            <a:spLocks noGrp="1"/>
          </p:cNvSpPr>
          <p:nvPr>
            <p:ph type="subTitle" idx="1"/>
          </p:nvPr>
        </p:nvSpPr>
        <p:spPr>
          <a:xfrm>
            <a:off x="452740" y="4266821"/>
            <a:ext cx="5486243" cy="666549"/>
          </a:xfrm>
        </p:spPr>
        <p:txBody>
          <a:bodyPr lIns="0" anchor="t">
            <a:normAutofit/>
          </a:bodyPr>
          <a:lstStyle>
            <a:lvl1pPr marL="0" indent="0" algn="l">
              <a:buNone/>
              <a:defRPr sz="1500" b="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a:xfrm>
            <a:off x="452740" y="2642329"/>
            <a:ext cx="1182916" cy="377962"/>
          </a:xfrm>
          <a:solidFill>
            <a:schemeClr val="accent3"/>
          </a:solidFill>
        </p:spPr>
        <p:txBody>
          <a:bodyPr/>
          <a:lstStyle>
            <a:lvl1pPr>
              <a:defRPr sz="110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pPr/>
              <a:t>7/10/2025</a:t>
            </a:fld>
            <a:endParaRPr lang="en-US" dirty="0"/>
          </a:p>
        </p:txBody>
      </p:sp>
      <p:sp>
        <p:nvSpPr>
          <p:cNvPr id="8" name="Footer Placeholder 7"/>
          <p:cNvSpPr>
            <a:spLocks noGrp="1"/>
          </p:cNvSpPr>
          <p:nvPr>
            <p:ph type="ftr" sz="quarter" idx="11"/>
          </p:nvPr>
        </p:nvSpPr>
        <p:spPr>
          <a:xfrm>
            <a:off x="6623674" y="6377231"/>
            <a:ext cx="4293708" cy="250337"/>
          </a:xfrm>
        </p:spPr>
        <p:txBody>
          <a:bodyPr/>
          <a:lstStyle>
            <a:lvl1pPr algn="ctr">
              <a:defRPr/>
            </a:lvl1pPr>
          </a:lstStyle>
          <a:p>
            <a:r>
              <a:rPr lang="en-US"/>
              <a:t>PRESENTATION TITLE</a:t>
            </a:r>
            <a:endParaRPr lang="en-US" dirty="0"/>
          </a:p>
        </p:txBody>
      </p:sp>
      <p:sp>
        <p:nvSpPr>
          <p:cNvPr id="9" name="Slide Number Placeholder 8"/>
          <p:cNvSpPr>
            <a:spLocks noGrp="1"/>
          </p:cNvSpPr>
          <p:nvPr>
            <p:ph type="sldNum" sz="quarter" idx="12"/>
          </p:nvPr>
        </p:nvSpPr>
        <p:spPr>
          <a:xfrm>
            <a:off x="11148416" y="6377231"/>
            <a:ext cx="553900" cy="250337"/>
          </a:xfrm>
        </p:spPr>
        <p:txBody>
          <a:bodyPr/>
          <a:lstStyle>
            <a:lvl1pPr algn="ctr">
              <a:defRPr/>
            </a:lvl1pPr>
          </a:lstStyle>
          <a:p>
            <a:fld id="{93005692-73BE-493E-93AB-ECD6027A7652}" type="slidenum">
              <a:rPr lang="en-US" smtClean="0"/>
              <a:pPr/>
              <a:t>‹#›</a:t>
            </a:fld>
            <a:endParaRPr lang="en-US" dirty="0"/>
          </a:p>
        </p:txBody>
      </p:sp>
      <p:grpSp>
        <p:nvGrpSpPr>
          <p:cNvPr id="14" name="Group 13">
            <a:extLst>
              <a:ext uri="{FF2B5EF4-FFF2-40B4-BE49-F238E27FC236}">
                <a16:creationId xmlns:a16="http://schemas.microsoft.com/office/drawing/2014/main" id="{127E6BEA-9D28-86FA-D573-63E937A96B53}"/>
              </a:ext>
              <a:ext uri="{C183D7F6-B498-43B3-948B-1728B52AA6E4}">
                <adec:decorative xmlns:adec="http://schemas.microsoft.com/office/drawing/2017/decorative" val="1"/>
              </a:ext>
            </a:extLst>
          </p:cNvPr>
          <p:cNvGrpSpPr/>
          <p:nvPr userDrawn="1"/>
        </p:nvGrpSpPr>
        <p:grpSpPr>
          <a:xfrm>
            <a:off x="0" y="0"/>
            <a:ext cx="12192000" cy="397164"/>
            <a:chOff x="0" y="0"/>
            <a:chExt cx="12192000" cy="397164"/>
          </a:xfrm>
        </p:grpSpPr>
        <p:sp>
          <p:nvSpPr>
            <p:cNvPr id="15" name="Rectangle 14">
              <a:extLst>
                <a:ext uri="{FF2B5EF4-FFF2-40B4-BE49-F238E27FC236}">
                  <a16:creationId xmlns:a16="http://schemas.microsoft.com/office/drawing/2014/main" id="{704DF45C-A64A-062F-9CED-3E842F488317}"/>
                </a:ext>
              </a:extLst>
            </p:cNvPr>
            <p:cNvSpPr/>
            <p:nvPr userDrawn="1"/>
          </p:nvSpPr>
          <p:spPr>
            <a:xfrm>
              <a:off x="1" y="198582"/>
              <a:ext cx="3082197"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DB245BA-2894-CA76-0F75-D34749BB9804}"/>
                </a:ext>
              </a:extLst>
            </p:cNvPr>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20A4491-7F26-FD1F-E922-D16588A2AF7F}"/>
                </a:ext>
              </a:extLst>
            </p:cNvPr>
            <p:cNvSpPr/>
            <p:nvPr userDrawn="1"/>
          </p:nvSpPr>
          <p:spPr>
            <a:xfrm>
              <a:off x="6097879" y="198582"/>
              <a:ext cx="3047061"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4467DA2-12C4-867B-1A08-D4BC12EE3119}"/>
                </a:ext>
              </a:extLst>
            </p:cNvPr>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B127630-A949-31A6-994A-2119B96BA2FB}"/>
                </a:ext>
              </a:extLst>
            </p:cNvPr>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515592275"/>
      </p:ext>
    </p:extLst>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spTree>
      <p:nvGrpSpPr>
        <p:cNvPr id="1" name=""/>
        <p:cNvGrpSpPr/>
        <p:nvPr/>
      </p:nvGrpSpPr>
      <p:grpSpPr>
        <a:xfrm>
          <a:off x="0" y="0"/>
          <a:ext cx="0" cy="0"/>
          <a:chOff x="0" y="0"/>
          <a:chExt cx="0" cy="0"/>
        </a:xfrm>
      </p:grpSpPr>
      <p:sp>
        <p:nvSpPr>
          <p:cNvPr id="6" name="Picture Placeholder 5"/>
          <p:cNvSpPr>
            <a:spLocks noGrp="1"/>
          </p:cNvSpPr>
          <p:nvPr>
            <p:ph type="pic" sz="quarter" idx="13"/>
          </p:nvPr>
        </p:nvSpPr>
        <p:spPr>
          <a:xfrm>
            <a:off x="6094124" y="397164"/>
            <a:ext cx="6097876" cy="6460836"/>
          </a:xfrm>
        </p:spPr>
        <p:txBody>
          <a:bodyPr/>
          <a:lstStyle/>
          <a:p>
            <a:r>
              <a:rPr lang="en-US"/>
              <a:t>Click icon to add picture</a:t>
            </a:r>
          </a:p>
        </p:txBody>
      </p:sp>
      <p:sp>
        <p:nvSpPr>
          <p:cNvPr id="2" name="Title 1"/>
          <p:cNvSpPr>
            <a:spLocks noGrp="1"/>
          </p:cNvSpPr>
          <p:nvPr>
            <p:ph type="ctrTitle" hasCustomPrompt="1"/>
          </p:nvPr>
        </p:nvSpPr>
        <p:spPr>
          <a:xfrm>
            <a:off x="452740" y="1028940"/>
            <a:ext cx="5486243" cy="1474115"/>
          </a:xfrm>
        </p:spPr>
        <p:txBody>
          <a:bodyPr lIns="0" anchor="b">
            <a:noAutofit/>
          </a:bodyPr>
          <a:lstStyle>
            <a:lvl1pPr algn="l">
              <a:defRPr sz="5400" b="1" cap="all" baseline="0">
                <a:solidFill>
                  <a:schemeClr val="tx1"/>
                </a:solidFill>
                <a:latin typeface="+mj-lt"/>
              </a:defRPr>
            </a:lvl1pPr>
          </a:lstStyle>
          <a:p>
            <a:r>
              <a:rPr lang="en-US" dirty="0"/>
              <a:t>CLICK TO EDIT MASTER TITLE SLIDE</a:t>
            </a:r>
          </a:p>
        </p:txBody>
      </p:sp>
      <p:sp>
        <p:nvSpPr>
          <p:cNvPr id="3" name="Subtitle 2"/>
          <p:cNvSpPr>
            <a:spLocks noGrp="1"/>
          </p:cNvSpPr>
          <p:nvPr>
            <p:ph type="subTitle" idx="1"/>
          </p:nvPr>
        </p:nvSpPr>
        <p:spPr>
          <a:xfrm>
            <a:off x="452740" y="4266821"/>
            <a:ext cx="5486243" cy="666549"/>
          </a:xfrm>
        </p:spPr>
        <p:txBody>
          <a:bodyPr lIns="0" anchor="t">
            <a:normAutofit/>
          </a:bodyPr>
          <a:lstStyle>
            <a:lvl1pPr marL="0" indent="0" algn="l">
              <a:buNone/>
              <a:defRPr sz="1500" b="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a:xfrm>
            <a:off x="452740" y="2642329"/>
            <a:ext cx="1182916" cy="377962"/>
          </a:xfrm>
          <a:solidFill>
            <a:schemeClr val="accent3"/>
          </a:solidFill>
        </p:spPr>
        <p:txBody>
          <a:bodyPr/>
          <a:lstStyle>
            <a:lvl1pPr>
              <a:defRPr sz="110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pPr/>
              <a:t>7/10/2025</a:t>
            </a:fld>
            <a:endParaRPr lang="en-US" dirty="0"/>
          </a:p>
        </p:txBody>
      </p:sp>
      <p:sp>
        <p:nvSpPr>
          <p:cNvPr id="8" name="Footer Placeholder 7"/>
          <p:cNvSpPr>
            <a:spLocks noGrp="1"/>
          </p:cNvSpPr>
          <p:nvPr>
            <p:ph type="ftr" sz="quarter" idx="11"/>
          </p:nvPr>
        </p:nvSpPr>
        <p:spPr>
          <a:xfrm>
            <a:off x="6623674" y="6377231"/>
            <a:ext cx="4293708" cy="250337"/>
          </a:xfrm>
        </p:spPr>
        <p:txBody>
          <a:bodyPr/>
          <a:lstStyle>
            <a:lvl1pPr algn="ctr">
              <a:defRPr/>
            </a:lvl1pPr>
          </a:lstStyle>
          <a:p>
            <a:r>
              <a:rPr lang="en-US"/>
              <a:t>PRESENTATION TITLE</a:t>
            </a:r>
            <a:endParaRPr lang="en-US" dirty="0"/>
          </a:p>
        </p:txBody>
      </p:sp>
      <p:sp>
        <p:nvSpPr>
          <p:cNvPr id="9" name="Slide Number Placeholder 8"/>
          <p:cNvSpPr>
            <a:spLocks noGrp="1"/>
          </p:cNvSpPr>
          <p:nvPr>
            <p:ph type="sldNum" sz="quarter" idx="12"/>
          </p:nvPr>
        </p:nvSpPr>
        <p:spPr>
          <a:xfrm>
            <a:off x="11148416" y="6377231"/>
            <a:ext cx="553900" cy="250337"/>
          </a:xfrm>
        </p:spPr>
        <p:txBody>
          <a:bodyPr/>
          <a:lstStyle>
            <a:lvl1pPr algn="ctr">
              <a:defRPr/>
            </a:lvl1pPr>
          </a:lstStyle>
          <a:p>
            <a:fld id="{93005692-73BE-493E-93AB-ECD6027A7652}" type="slidenum">
              <a:rPr lang="en-US" smtClean="0"/>
              <a:pPr/>
              <a:t>‹#›</a:t>
            </a:fld>
            <a:endParaRPr lang="en-US" dirty="0"/>
          </a:p>
        </p:txBody>
      </p:sp>
      <p:pic>
        <p:nvPicPr>
          <p:cNvPr id="4" name="Picture 3" descr="University of Waterloo Faculty of Engineering logo">
            <a:extLst>
              <a:ext uri="{FF2B5EF4-FFF2-40B4-BE49-F238E27FC236}">
                <a16:creationId xmlns:a16="http://schemas.microsoft.com/office/drawing/2014/main" id="{E5E2D7B7-C046-952F-FFBF-CDF3C05A39B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850" y="5600284"/>
            <a:ext cx="4567498" cy="1255431"/>
          </a:xfrm>
          <a:prstGeom prst="rect">
            <a:avLst/>
          </a:prstGeom>
        </p:spPr>
      </p:pic>
      <p:grpSp>
        <p:nvGrpSpPr>
          <p:cNvPr id="5" name="Group 4">
            <a:extLst>
              <a:ext uri="{FF2B5EF4-FFF2-40B4-BE49-F238E27FC236}">
                <a16:creationId xmlns:a16="http://schemas.microsoft.com/office/drawing/2014/main" id="{F976B466-9D8C-A8C3-EB96-3631DC20502A}"/>
              </a:ext>
              <a:ext uri="{C183D7F6-B498-43B3-948B-1728B52AA6E4}">
                <adec:decorative xmlns:adec="http://schemas.microsoft.com/office/drawing/2017/decorative" val="1"/>
              </a:ext>
            </a:extLst>
          </p:cNvPr>
          <p:cNvGrpSpPr/>
          <p:nvPr userDrawn="1"/>
        </p:nvGrpSpPr>
        <p:grpSpPr>
          <a:xfrm>
            <a:off x="0" y="0"/>
            <a:ext cx="12192000" cy="397164"/>
            <a:chOff x="0" y="0"/>
            <a:chExt cx="12192000" cy="397164"/>
          </a:xfrm>
        </p:grpSpPr>
        <p:sp>
          <p:nvSpPr>
            <p:cNvPr id="10" name="Rectangle 9">
              <a:extLst>
                <a:ext uri="{FF2B5EF4-FFF2-40B4-BE49-F238E27FC236}">
                  <a16:creationId xmlns:a16="http://schemas.microsoft.com/office/drawing/2014/main" id="{CAAEAB53-3AF3-394F-5A0D-265C448ECA6E}"/>
                </a:ext>
              </a:extLst>
            </p:cNvPr>
            <p:cNvSpPr/>
            <p:nvPr userDrawn="1"/>
          </p:nvSpPr>
          <p:spPr>
            <a:xfrm>
              <a:off x="1" y="198582"/>
              <a:ext cx="3082197"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D4BD0F5-AD43-7157-6853-3CD55084FE74}"/>
                </a:ext>
              </a:extLst>
            </p:cNvPr>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F12FAF-5A82-CC83-3020-79FECB6A9B1D}"/>
                </a:ext>
              </a:extLst>
            </p:cNvPr>
            <p:cNvSpPr/>
            <p:nvPr userDrawn="1"/>
          </p:nvSpPr>
          <p:spPr>
            <a:xfrm>
              <a:off x="6097879" y="198582"/>
              <a:ext cx="3047061"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DE8C28B-8279-2C62-9323-C451CFBB2946}"/>
                </a:ext>
              </a:extLst>
            </p:cNvPr>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9CBBFB6-9B79-D3A2-687E-255A236C9639}"/>
                </a:ext>
              </a:extLst>
            </p:cNvPr>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31835470"/>
      </p:ext>
    </p:extLst>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Slide Black">
    <p:bg>
      <p:bgPr>
        <a:solidFill>
          <a:schemeClr val="tx1"/>
        </a:solidFill>
        <a:effectLst/>
      </p:bgPr>
    </p:bg>
    <p:spTree>
      <p:nvGrpSpPr>
        <p:cNvPr id="1" name=""/>
        <p:cNvGrpSpPr/>
        <p:nvPr/>
      </p:nvGrpSpPr>
      <p:grpSpPr>
        <a:xfrm>
          <a:off x="0" y="0"/>
          <a:ext cx="0" cy="0"/>
          <a:chOff x="0" y="0"/>
          <a:chExt cx="0" cy="0"/>
        </a:xfrm>
      </p:grpSpPr>
      <p:pic>
        <p:nvPicPr>
          <p:cNvPr id="14" name="Picture 13" descr="University of Waterloo Faculty of Engineering logo">
            <a:extLst>
              <a:ext uri="{FF2B5EF4-FFF2-40B4-BE49-F238E27FC236}">
                <a16:creationId xmlns:a16="http://schemas.microsoft.com/office/drawing/2014/main" id="{C7842B6A-813C-FA45-B88D-CE413A77FF4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849" y="5600284"/>
            <a:ext cx="4567499" cy="1255431"/>
          </a:xfrm>
          <a:prstGeom prst="rect">
            <a:avLst/>
          </a:prstGeom>
        </p:spPr>
      </p:pic>
      <p:sp>
        <p:nvSpPr>
          <p:cNvPr id="2" name="Title 1"/>
          <p:cNvSpPr>
            <a:spLocks noGrp="1"/>
          </p:cNvSpPr>
          <p:nvPr>
            <p:ph type="ctrTitle" hasCustomPrompt="1"/>
          </p:nvPr>
        </p:nvSpPr>
        <p:spPr>
          <a:xfrm>
            <a:off x="452740" y="1028940"/>
            <a:ext cx="9254931" cy="1474115"/>
          </a:xfrm>
        </p:spPr>
        <p:txBody>
          <a:bodyPr lIns="0" anchor="b">
            <a:noAutofit/>
          </a:bodyPr>
          <a:lstStyle>
            <a:lvl1pPr algn="l">
              <a:defRPr sz="5400" b="1" cap="all" baseline="0">
                <a:solidFill>
                  <a:schemeClr val="bg1"/>
                </a:solidFill>
                <a:latin typeface="+mj-lt"/>
              </a:defRPr>
            </a:lvl1pPr>
          </a:lstStyle>
          <a:p>
            <a:r>
              <a:rPr lang="en-US" dirty="0"/>
              <a:t>CLICK TO EDIT MASTER TITLE SLIDE</a:t>
            </a:r>
          </a:p>
        </p:txBody>
      </p:sp>
      <p:sp>
        <p:nvSpPr>
          <p:cNvPr id="3" name="Subtitle 2"/>
          <p:cNvSpPr>
            <a:spLocks noGrp="1"/>
          </p:cNvSpPr>
          <p:nvPr>
            <p:ph type="subTitle" idx="1"/>
          </p:nvPr>
        </p:nvSpPr>
        <p:spPr>
          <a:xfrm>
            <a:off x="452740" y="4266821"/>
            <a:ext cx="5486243" cy="666549"/>
          </a:xfrm>
        </p:spPr>
        <p:txBody>
          <a:bodyPr lIns="0" anchor="t">
            <a:normAutofit/>
          </a:bodyPr>
          <a:lstStyle>
            <a:lvl1pPr marL="0" indent="0" algn="l">
              <a:buNone/>
              <a:defRPr sz="1500" b="0">
                <a:solidFill>
                  <a:schemeClr val="bg1">
                    <a:lumMod val="8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a:xfrm>
            <a:off x="452740" y="2642329"/>
            <a:ext cx="1182916" cy="377962"/>
          </a:xfrm>
          <a:solidFill>
            <a:schemeClr val="accent3"/>
          </a:solidFill>
        </p:spPr>
        <p:txBody>
          <a:bodyPr/>
          <a:lstStyle>
            <a:lvl1pPr>
              <a:defRPr sz="110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pPr/>
              <a:t>7/10/2025</a:t>
            </a:fld>
            <a:endParaRPr lang="en-US" dirty="0"/>
          </a:p>
        </p:txBody>
      </p:sp>
      <p:sp>
        <p:nvSpPr>
          <p:cNvPr id="8" name="Footer Placeholder 7"/>
          <p:cNvSpPr>
            <a:spLocks noGrp="1"/>
          </p:cNvSpPr>
          <p:nvPr>
            <p:ph type="ftr" sz="quarter" idx="11"/>
          </p:nvPr>
        </p:nvSpPr>
        <p:spPr>
          <a:xfrm>
            <a:off x="6623674" y="6377231"/>
            <a:ext cx="4293708" cy="250337"/>
          </a:xfrm>
        </p:spPr>
        <p:txBody>
          <a:bodyPr/>
          <a:lstStyle>
            <a:lvl1pPr algn="ctr">
              <a:defRPr>
                <a:solidFill>
                  <a:schemeClr val="bg1">
                    <a:lumMod val="85000"/>
                  </a:schemeClr>
                </a:solidFill>
              </a:defRPr>
            </a:lvl1pPr>
          </a:lstStyle>
          <a:p>
            <a:r>
              <a:rPr lang="en-US"/>
              <a:t>PRESENTATION TITLE</a:t>
            </a:r>
            <a:endParaRPr lang="en-US" dirty="0"/>
          </a:p>
        </p:txBody>
      </p:sp>
      <p:sp>
        <p:nvSpPr>
          <p:cNvPr id="9" name="Slide Number Placeholder 8"/>
          <p:cNvSpPr>
            <a:spLocks noGrp="1"/>
          </p:cNvSpPr>
          <p:nvPr>
            <p:ph type="sldNum" sz="quarter" idx="12"/>
          </p:nvPr>
        </p:nvSpPr>
        <p:spPr>
          <a:xfrm>
            <a:off x="11148416" y="6377231"/>
            <a:ext cx="553900" cy="250337"/>
          </a:xfrm>
        </p:spPr>
        <p:txBody>
          <a:bodyPr/>
          <a:lstStyle>
            <a:lvl1pPr algn="ctr">
              <a:defRPr>
                <a:solidFill>
                  <a:schemeClr val="bg1">
                    <a:lumMod val="85000"/>
                  </a:schemeClr>
                </a:solidFill>
              </a:defRPr>
            </a:lvl1pPr>
          </a:lstStyle>
          <a:p>
            <a:fld id="{93005692-73BE-493E-93AB-ECD6027A7652}" type="slidenum">
              <a:rPr lang="en-US" smtClean="0"/>
              <a:pPr/>
              <a:t>‹#›</a:t>
            </a:fld>
            <a:endParaRPr lang="en-US" dirty="0"/>
          </a:p>
        </p:txBody>
      </p:sp>
      <p:grpSp>
        <p:nvGrpSpPr>
          <p:cNvPr id="13" name="Group 12">
            <a:extLst>
              <a:ext uri="{FF2B5EF4-FFF2-40B4-BE49-F238E27FC236}">
                <a16:creationId xmlns:a16="http://schemas.microsoft.com/office/drawing/2014/main" id="{1769F524-D51C-40DB-F389-1673BFAA44D3}"/>
              </a:ext>
              <a:ext uri="{C183D7F6-B498-43B3-948B-1728B52AA6E4}">
                <adec:decorative xmlns:adec="http://schemas.microsoft.com/office/drawing/2017/decorative" val="1"/>
              </a:ext>
            </a:extLst>
          </p:cNvPr>
          <p:cNvGrpSpPr/>
          <p:nvPr userDrawn="1"/>
        </p:nvGrpSpPr>
        <p:grpSpPr>
          <a:xfrm>
            <a:off x="0" y="0"/>
            <a:ext cx="12192000" cy="397164"/>
            <a:chOff x="0" y="0"/>
            <a:chExt cx="12192000" cy="397164"/>
          </a:xfrm>
        </p:grpSpPr>
        <p:sp>
          <p:nvSpPr>
            <p:cNvPr id="17" name="Rectangle 16">
              <a:extLst>
                <a:ext uri="{FF2B5EF4-FFF2-40B4-BE49-F238E27FC236}">
                  <a16:creationId xmlns:a16="http://schemas.microsoft.com/office/drawing/2014/main" id="{46859F7A-5A85-CDB2-227D-E72CEFB48AFD}"/>
                </a:ext>
              </a:extLst>
            </p:cNvPr>
            <p:cNvSpPr/>
            <p:nvPr userDrawn="1"/>
          </p:nvSpPr>
          <p:spPr>
            <a:xfrm>
              <a:off x="1" y="198582"/>
              <a:ext cx="3082197"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7C991028-4405-8861-5C0F-DDCED6AE10C4}"/>
                </a:ext>
              </a:extLst>
            </p:cNvPr>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E10B4E87-130B-529C-B325-CF2152D17DBD}"/>
                </a:ext>
              </a:extLst>
            </p:cNvPr>
            <p:cNvSpPr/>
            <p:nvPr userDrawn="1"/>
          </p:nvSpPr>
          <p:spPr>
            <a:xfrm>
              <a:off x="6097879" y="198582"/>
              <a:ext cx="3047061"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3B4BA68-9EA4-7A22-3621-B9ED64303A72}"/>
                </a:ext>
              </a:extLst>
            </p:cNvPr>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C15C994C-FB53-4A65-2E87-41A181943148}"/>
                </a:ext>
              </a:extLst>
            </p:cNvPr>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528952265"/>
      </p:ext>
    </p:extLst>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Black with Image">
    <p:bg>
      <p:bgPr>
        <a:solidFill>
          <a:schemeClr val="tx1"/>
        </a:solidFill>
        <a:effectLst/>
      </p:bgPr>
    </p:bg>
    <p:spTree>
      <p:nvGrpSpPr>
        <p:cNvPr id="1" name=""/>
        <p:cNvGrpSpPr/>
        <p:nvPr/>
      </p:nvGrpSpPr>
      <p:grpSpPr>
        <a:xfrm>
          <a:off x="0" y="0"/>
          <a:ext cx="0" cy="0"/>
          <a:chOff x="0" y="0"/>
          <a:chExt cx="0" cy="0"/>
        </a:xfrm>
      </p:grpSpPr>
      <p:sp>
        <p:nvSpPr>
          <p:cNvPr id="18" name="Picture Placeholder 5"/>
          <p:cNvSpPr>
            <a:spLocks noGrp="1"/>
          </p:cNvSpPr>
          <p:nvPr>
            <p:ph type="pic" sz="quarter" idx="13"/>
          </p:nvPr>
        </p:nvSpPr>
        <p:spPr>
          <a:xfrm>
            <a:off x="6094124" y="397164"/>
            <a:ext cx="6097876" cy="6460836"/>
          </a:xfrm>
        </p:spPr>
        <p:txBody>
          <a:bodyPr/>
          <a:lstStyle/>
          <a:p>
            <a:r>
              <a:rPr lang="en-US"/>
              <a:t>Click icon to add picture</a:t>
            </a:r>
          </a:p>
        </p:txBody>
      </p:sp>
      <p:sp>
        <p:nvSpPr>
          <p:cNvPr id="2" name="Title 1"/>
          <p:cNvSpPr>
            <a:spLocks noGrp="1"/>
          </p:cNvSpPr>
          <p:nvPr>
            <p:ph type="ctrTitle" hasCustomPrompt="1"/>
          </p:nvPr>
        </p:nvSpPr>
        <p:spPr>
          <a:xfrm>
            <a:off x="452740" y="1028940"/>
            <a:ext cx="5486243" cy="1474115"/>
          </a:xfrm>
        </p:spPr>
        <p:txBody>
          <a:bodyPr lIns="0" anchor="b">
            <a:noAutofit/>
          </a:bodyPr>
          <a:lstStyle>
            <a:lvl1pPr algn="l">
              <a:defRPr sz="5400" b="1" cap="all" baseline="0">
                <a:solidFill>
                  <a:schemeClr val="bg1"/>
                </a:solidFill>
                <a:latin typeface="+mj-lt"/>
              </a:defRPr>
            </a:lvl1pPr>
          </a:lstStyle>
          <a:p>
            <a:r>
              <a:rPr lang="en-US" dirty="0"/>
              <a:t>CLICK TO EDIT MASTER TITLE SLIDE</a:t>
            </a:r>
          </a:p>
        </p:txBody>
      </p:sp>
      <p:sp>
        <p:nvSpPr>
          <p:cNvPr id="3" name="Subtitle 2"/>
          <p:cNvSpPr>
            <a:spLocks noGrp="1"/>
          </p:cNvSpPr>
          <p:nvPr>
            <p:ph type="subTitle" idx="1"/>
          </p:nvPr>
        </p:nvSpPr>
        <p:spPr>
          <a:xfrm>
            <a:off x="452740" y="4266821"/>
            <a:ext cx="5486243" cy="666549"/>
          </a:xfrm>
        </p:spPr>
        <p:txBody>
          <a:bodyPr lIns="0" anchor="t">
            <a:normAutofit/>
          </a:bodyPr>
          <a:lstStyle>
            <a:lvl1pPr marL="0" indent="0" algn="l">
              <a:buNone/>
              <a:defRPr sz="1500" b="0">
                <a:solidFill>
                  <a:schemeClr val="bg1">
                    <a:lumMod val="8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a:xfrm>
            <a:off x="452740" y="2642329"/>
            <a:ext cx="1182916" cy="377962"/>
          </a:xfrm>
          <a:solidFill>
            <a:schemeClr val="accent3"/>
          </a:solidFill>
        </p:spPr>
        <p:txBody>
          <a:bodyPr/>
          <a:lstStyle>
            <a:lvl1pPr>
              <a:defRPr sz="110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pPr/>
              <a:t>7/10/2025</a:t>
            </a:fld>
            <a:endParaRPr lang="en-US" dirty="0"/>
          </a:p>
        </p:txBody>
      </p:sp>
      <p:sp>
        <p:nvSpPr>
          <p:cNvPr id="8" name="Footer Placeholder 7"/>
          <p:cNvSpPr>
            <a:spLocks noGrp="1"/>
          </p:cNvSpPr>
          <p:nvPr>
            <p:ph type="ftr" sz="quarter" idx="11"/>
          </p:nvPr>
        </p:nvSpPr>
        <p:spPr>
          <a:xfrm>
            <a:off x="6623674" y="6377231"/>
            <a:ext cx="4293708" cy="250337"/>
          </a:xfrm>
        </p:spPr>
        <p:txBody>
          <a:bodyPr/>
          <a:lstStyle>
            <a:lvl1pPr algn="ctr">
              <a:defRPr>
                <a:solidFill>
                  <a:schemeClr val="bg1">
                    <a:lumMod val="85000"/>
                  </a:schemeClr>
                </a:solidFill>
              </a:defRPr>
            </a:lvl1pPr>
          </a:lstStyle>
          <a:p>
            <a:r>
              <a:rPr lang="en-US"/>
              <a:t>PRESENTATION TITLE</a:t>
            </a:r>
            <a:endParaRPr lang="en-US" dirty="0"/>
          </a:p>
        </p:txBody>
      </p:sp>
      <p:sp>
        <p:nvSpPr>
          <p:cNvPr id="9" name="Slide Number Placeholder 8"/>
          <p:cNvSpPr>
            <a:spLocks noGrp="1"/>
          </p:cNvSpPr>
          <p:nvPr>
            <p:ph type="sldNum" sz="quarter" idx="12"/>
          </p:nvPr>
        </p:nvSpPr>
        <p:spPr>
          <a:xfrm>
            <a:off x="11148416" y="6377231"/>
            <a:ext cx="553900" cy="250337"/>
          </a:xfrm>
        </p:spPr>
        <p:txBody>
          <a:bodyPr/>
          <a:lstStyle>
            <a:lvl1pPr algn="ctr">
              <a:defRPr>
                <a:solidFill>
                  <a:schemeClr val="bg1">
                    <a:lumMod val="85000"/>
                  </a:schemeClr>
                </a:solidFill>
              </a:defRPr>
            </a:lvl1pPr>
          </a:lstStyle>
          <a:p>
            <a:fld id="{93005692-73BE-493E-93AB-ECD6027A7652}" type="slidenum">
              <a:rPr lang="en-US" smtClean="0"/>
              <a:pPr/>
              <a:t>‹#›</a:t>
            </a:fld>
            <a:endParaRPr lang="en-US" dirty="0"/>
          </a:p>
        </p:txBody>
      </p:sp>
      <p:pic>
        <p:nvPicPr>
          <p:cNvPr id="13" name="Picture 12" descr="University of Waterloo Faculty of Engineering logo">
            <a:extLst>
              <a:ext uri="{FF2B5EF4-FFF2-40B4-BE49-F238E27FC236}">
                <a16:creationId xmlns:a16="http://schemas.microsoft.com/office/drawing/2014/main" id="{61486EB2-DBB7-6812-FFCB-C07E1DEE6B5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849" y="5600284"/>
            <a:ext cx="4567499" cy="1255431"/>
          </a:xfrm>
          <a:prstGeom prst="rect">
            <a:avLst/>
          </a:prstGeom>
        </p:spPr>
      </p:pic>
      <p:grpSp>
        <p:nvGrpSpPr>
          <p:cNvPr id="14" name="Group 13">
            <a:extLst>
              <a:ext uri="{FF2B5EF4-FFF2-40B4-BE49-F238E27FC236}">
                <a16:creationId xmlns:a16="http://schemas.microsoft.com/office/drawing/2014/main" id="{84CF5075-07D9-F9E3-0595-1A0D8C92FBED}"/>
              </a:ext>
              <a:ext uri="{C183D7F6-B498-43B3-948B-1728B52AA6E4}">
                <adec:decorative xmlns:adec="http://schemas.microsoft.com/office/drawing/2017/decorative" val="1"/>
              </a:ext>
            </a:extLst>
          </p:cNvPr>
          <p:cNvGrpSpPr/>
          <p:nvPr userDrawn="1"/>
        </p:nvGrpSpPr>
        <p:grpSpPr>
          <a:xfrm>
            <a:off x="0" y="0"/>
            <a:ext cx="12192000" cy="397164"/>
            <a:chOff x="0" y="0"/>
            <a:chExt cx="12192000" cy="397164"/>
          </a:xfrm>
        </p:grpSpPr>
        <p:sp>
          <p:nvSpPr>
            <p:cNvPr id="15" name="Rectangle 14">
              <a:extLst>
                <a:ext uri="{FF2B5EF4-FFF2-40B4-BE49-F238E27FC236}">
                  <a16:creationId xmlns:a16="http://schemas.microsoft.com/office/drawing/2014/main" id="{2DD24995-6F05-8ECB-D3BE-0691DF97B918}"/>
                </a:ext>
              </a:extLst>
            </p:cNvPr>
            <p:cNvSpPr/>
            <p:nvPr userDrawn="1"/>
          </p:nvSpPr>
          <p:spPr>
            <a:xfrm>
              <a:off x="1" y="198582"/>
              <a:ext cx="3082197"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C836C1D7-6B11-F5C9-0533-3719C5ECB00C}"/>
                </a:ext>
              </a:extLst>
            </p:cNvPr>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69C97C2-B343-C17E-D528-65C442051DD5}"/>
                </a:ext>
              </a:extLst>
            </p:cNvPr>
            <p:cNvSpPr/>
            <p:nvPr userDrawn="1"/>
          </p:nvSpPr>
          <p:spPr>
            <a:xfrm>
              <a:off x="6097879" y="198582"/>
              <a:ext cx="3047061"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78ED34F6-8D98-D192-5DBF-F8BDC1DB62E6}"/>
                </a:ext>
              </a:extLst>
            </p:cNvPr>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E4B2663-04FA-0615-C4BC-D798630AB8BE}"/>
                </a:ext>
              </a:extLst>
            </p:cNvPr>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50106763"/>
      </p:ext>
    </p:extLst>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1" baseline="0"/>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4D4B0C9-B47E-4B33-A656-C78D1805DA95}" type="datetime1">
              <a:rPr lang="en-US" smtClean="0"/>
              <a:t>7/10/2025</a:t>
            </a:fld>
            <a:endParaRPr lang="en-US" dirty="0"/>
          </a:p>
        </p:txBody>
      </p:sp>
      <p:sp>
        <p:nvSpPr>
          <p:cNvPr id="8" name="Footer Placeholder 7"/>
          <p:cNvSpPr>
            <a:spLocks noGrp="1"/>
          </p:cNvSpPr>
          <p:nvPr>
            <p:ph type="ftr" sz="quarter" idx="11"/>
          </p:nvPr>
        </p:nvSpPr>
        <p:spPr/>
        <p:txBody>
          <a:bodyPr/>
          <a:lstStyle/>
          <a:p>
            <a:r>
              <a:rPr lang="en-US"/>
              <a:t>PRESENTATION TITLE</a:t>
            </a:r>
            <a:endParaRPr lang="en-US" dirty="0"/>
          </a:p>
        </p:txBody>
      </p:sp>
      <p:sp>
        <p:nvSpPr>
          <p:cNvPr id="9" name="Slide Number Placeholder 8"/>
          <p:cNvSpPr>
            <a:spLocks noGrp="1"/>
          </p:cNvSpPr>
          <p:nvPr>
            <p:ph type="sldNum" sz="quarter" idx="12"/>
          </p:nvPr>
        </p:nvSpPr>
        <p:spPr/>
        <p:txBody>
          <a:bodyPr/>
          <a:lstStyle/>
          <a:p>
            <a:r>
              <a:rPr lang="en-US" dirty="0"/>
              <a:t>PAGE  </a:t>
            </a:r>
            <a:fld id="{93005692-73BE-493E-93AB-ECD6027A7652}" type="slidenum">
              <a:rPr lang="en-US" smtClean="0"/>
              <a:pPr/>
              <a:t>‹#›</a:t>
            </a:fld>
            <a:endParaRPr lang="en-US" dirty="0"/>
          </a:p>
        </p:txBody>
      </p:sp>
    </p:spTree>
    <p:extLst>
      <p:ext uri="{BB962C8B-B14F-4D97-AF65-F5344CB8AC3E}">
        <p14:creationId xmlns:p14="http://schemas.microsoft.com/office/powerpoint/2010/main" val="666323211"/>
      </p:ext>
    </p:extLst>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_Menu">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p:cNvSpPr>
            <a:spLocks noGrp="1"/>
          </p:cNvSpPr>
          <p:nvPr>
            <p:ph type="body" sz="quarter" idx="13" hasCustomPrompt="1"/>
          </p:nvPr>
        </p:nvSpPr>
        <p:spPr>
          <a:xfrm>
            <a:off x="7407696" y="685060"/>
            <a:ext cx="1420859" cy="286052"/>
          </a:xfrm>
        </p:spPr>
        <p:txBody>
          <a:bodyPr anchor="ctr">
            <a:noAutofit/>
          </a:bodyPr>
          <a:lstStyle>
            <a:lvl1pPr marL="0" indent="0" algn="ctr">
              <a:buNone/>
              <a:defRPr sz="1100" b="0" baseline="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MENU ITEM 1</a:t>
            </a:r>
          </a:p>
        </p:txBody>
      </p:sp>
      <p:sp>
        <p:nvSpPr>
          <p:cNvPr id="9" name="Text Placeholder 7"/>
          <p:cNvSpPr>
            <a:spLocks noGrp="1"/>
          </p:cNvSpPr>
          <p:nvPr>
            <p:ph type="body" sz="quarter" idx="14" hasCustomPrompt="1"/>
          </p:nvPr>
        </p:nvSpPr>
        <p:spPr>
          <a:xfrm>
            <a:off x="8908224" y="685060"/>
            <a:ext cx="1420859" cy="286052"/>
          </a:xfrm>
        </p:spPr>
        <p:txBody>
          <a:bodyPr anchor="ctr">
            <a:noAutofit/>
          </a:bodyPr>
          <a:lstStyle>
            <a:lvl1pPr marL="0" indent="0" algn="ctr">
              <a:buNone/>
              <a:defRPr sz="1100" b="0" baseline="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MENU ITEM 2</a:t>
            </a:r>
          </a:p>
        </p:txBody>
      </p:sp>
      <p:sp>
        <p:nvSpPr>
          <p:cNvPr id="10" name="Text Placeholder 7"/>
          <p:cNvSpPr>
            <a:spLocks noGrp="1"/>
          </p:cNvSpPr>
          <p:nvPr>
            <p:ph type="body" sz="quarter" idx="15" hasCustomPrompt="1"/>
          </p:nvPr>
        </p:nvSpPr>
        <p:spPr>
          <a:xfrm>
            <a:off x="10408752" y="685060"/>
            <a:ext cx="1420859" cy="286052"/>
          </a:xfrm>
        </p:spPr>
        <p:txBody>
          <a:bodyPr anchor="ctr">
            <a:noAutofit/>
          </a:bodyPr>
          <a:lstStyle>
            <a:lvl1pPr marL="0" indent="0" algn="ctr">
              <a:buNone/>
              <a:defRPr sz="1100" b="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MENU ITEM 3</a:t>
            </a:r>
          </a:p>
        </p:txBody>
      </p:sp>
      <p:sp>
        <p:nvSpPr>
          <p:cNvPr id="7" name="Date Placeholder 6"/>
          <p:cNvSpPr>
            <a:spLocks noGrp="1"/>
          </p:cNvSpPr>
          <p:nvPr>
            <p:ph type="dt" sz="half" idx="16"/>
          </p:nvPr>
        </p:nvSpPr>
        <p:spPr/>
        <p:txBody>
          <a:bodyPr/>
          <a:lstStyle/>
          <a:p>
            <a:fld id="{48C228CE-C572-4AF5-9728-AA6E475873DD}" type="datetime1">
              <a:rPr lang="en-US" smtClean="0"/>
              <a:t>7/10/2025</a:t>
            </a:fld>
            <a:endParaRPr lang="en-US" dirty="0"/>
          </a:p>
        </p:txBody>
      </p:sp>
      <p:sp>
        <p:nvSpPr>
          <p:cNvPr id="11" name="Footer Placeholder 10"/>
          <p:cNvSpPr>
            <a:spLocks noGrp="1"/>
          </p:cNvSpPr>
          <p:nvPr>
            <p:ph type="ftr" sz="quarter" idx="17"/>
          </p:nvPr>
        </p:nvSpPr>
        <p:spPr/>
        <p:txBody>
          <a:bodyPr/>
          <a:lstStyle/>
          <a:p>
            <a:r>
              <a:rPr lang="en-US"/>
              <a:t>PRESENTATION TITLE</a:t>
            </a:r>
            <a:endParaRPr lang="en-US" dirty="0"/>
          </a:p>
        </p:txBody>
      </p:sp>
      <p:sp>
        <p:nvSpPr>
          <p:cNvPr id="12" name="Slide Number Placeholder 11"/>
          <p:cNvSpPr>
            <a:spLocks noGrp="1"/>
          </p:cNvSpPr>
          <p:nvPr>
            <p:ph type="sldNum" sz="quarter" idx="18"/>
          </p:nvPr>
        </p:nvSpPr>
        <p:spPr/>
        <p:txBody>
          <a:bodyPr/>
          <a:lstStyle/>
          <a:p>
            <a:r>
              <a:rPr lang="en-US" dirty="0"/>
              <a:t>PAGE  </a:t>
            </a:r>
            <a:fld id="{93005692-73BE-493E-93AB-ECD6027A7652}" type="slidenum">
              <a:rPr lang="en-US" smtClean="0"/>
              <a:pPr/>
              <a:t>‹#›</a:t>
            </a:fld>
            <a:endParaRPr lang="en-US" dirty="0"/>
          </a:p>
        </p:txBody>
      </p:sp>
      <p:sp>
        <p:nvSpPr>
          <p:cNvPr id="4" name="Title 3"/>
          <p:cNvSpPr>
            <a:spLocks noGrp="1"/>
          </p:cNvSpPr>
          <p:nvPr>
            <p:ph type="title"/>
          </p:nvPr>
        </p:nvSpPr>
        <p:spPr>
          <a:xfrm>
            <a:off x="259883" y="434108"/>
            <a:ext cx="7046081" cy="895927"/>
          </a:xfrm>
        </p:spPr>
        <p:txBody>
          <a:bodyPr/>
          <a:lstStyle>
            <a:lvl1pPr>
              <a:defRPr b="1" cap="all" baseline="0"/>
            </a:lvl1pPr>
          </a:lstStyle>
          <a:p>
            <a:r>
              <a:rPr lang="en-US"/>
              <a:t>Click to edit Master title style</a:t>
            </a:r>
            <a:endParaRPr lang="en-US" dirty="0"/>
          </a:p>
        </p:txBody>
      </p:sp>
    </p:spTree>
    <p:extLst>
      <p:ext uri="{BB962C8B-B14F-4D97-AF65-F5344CB8AC3E}">
        <p14:creationId xmlns:p14="http://schemas.microsoft.com/office/powerpoint/2010/main" val="1267036257"/>
      </p:ext>
    </p:extLst>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59882" y="1709738"/>
            <a:ext cx="9399507" cy="2852737"/>
          </a:xfrm>
        </p:spPr>
        <p:txBody>
          <a:bodyPr anchor="b">
            <a:normAutofit/>
          </a:bodyPr>
          <a:lstStyle>
            <a:lvl1pPr algn="l">
              <a:defRPr sz="4000" b="1" cap="all" baseline="0">
                <a:solidFill>
                  <a:schemeClr val="tx1"/>
                </a:solidFill>
              </a:defRPr>
            </a:lvl1pPr>
          </a:lstStyle>
          <a:p>
            <a:r>
              <a:rPr lang="en-US" dirty="0"/>
              <a:t>CLICK TO EDIT MASTER</a:t>
            </a:r>
            <a:br>
              <a:rPr lang="en-US" dirty="0"/>
            </a:br>
            <a:r>
              <a:rPr lang="en-US" dirty="0"/>
              <a:t>SECTION TITLE SLIDE</a:t>
            </a:r>
          </a:p>
        </p:txBody>
      </p:sp>
      <p:sp>
        <p:nvSpPr>
          <p:cNvPr id="3" name="Text Placeholder 2"/>
          <p:cNvSpPr>
            <a:spLocks noGrp="1"/>
          </p:cNvSpPr>
          <p:nvPr>
            <p:ph type="body" idx="1"/>
          </p:nvPr>
        </p:nvSpPr>
        <p:spPr>
          <a:xfrm>
            <a:off x="259882" y="4589463"/>
            <a:ext cx="9399507" cy="1500187"/>
          </a:xfrm>
        </p:spPr>
        <p:txBody>
          <a:bodyPr>
            <a:normAutofit/>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026D43AC-4B94-471D-A170-0D88FCD1FB54}" type="datetime1">
              <a:rPr lang="en-US" smtClean="0"/>
              <a:t>7/10/2025</a:t>
            </a:fld>
            <a:endParaRPr lang="en-US" dirty="0"/>
          </a:p>
        </p:txBody>
      </p:sp>
      <p:sp>
        <p:nvSpPr>
          <p:cNvPr id="8" name="Footer Placeholder 7"/>
          <p:cNvSpPr>
            <a:spLocks noGrp="1"/>
          </p:cNvSpPr>
          <p:nvPr>
            <p:ph type="ftr" sz="quarter" idx="11"/>
          </p:nvPr>
        </p:nvSpPr>
        <p:spPr/>
        <p:txBody>
          <a:bodyPr/>
          <a:lstStyle/>
          <a:p>
            <a:r>
              <a:rPr lang="en-US"/>
              <a:t>PRESENTATION TITLE</a:t>
            </a:r>
            <a:endParaRPr lang="en-US" dirty="0"/>
          </a:p>
        </p:txBody>
      </p:sp>
      <p:sp>
        <p:nvSpPr>
          <p:cNvPr id="9" name="Slide Number Placeholder 8"/>
          <p:cNvSpPr>
            <a:spLocks noGrp="1"/>
          </p:cNvSpPr>
          <p:nvPr>
            <p:ph type="sldNum" sz="quarter" idx="12"/>
          </p:nvPr>
        </p:nvSpPr>
        <p:spPr/>
        <p:txBody>
          <a:bodyPr/>
          <a:lstStyle/>
          <a:p>
            <a:r>
              <a:rPr lang="en-US" dirty="0"/>
              <a:t>PAGE  </a:t>
            </a:r>
            <a:fld id="{93005692-73BE-493E-93AB-ECD6027A7652}" type="slidenum">
              <a:rPr lang="en-US" smtClean="0"/>
              <a:pPr/>
              <a:t>‹#›</a:t>
            </a:fld>
            <a:endParaRPr lang="en-US" dirty="0"/>
          </a:p>
        </p:txBody>
      </p:sp>
    </p:spTree>
    <p:extLst>
      <p:ext uri="{BB962C8B-B14F-4D97-AF65-F5344CB8AC3E}">
        <p14:creationId xmlns:p14="http://schemas.microsoft.com/office/powerpoint/2010/main" val="2969021156"/>
      </p:ext>
    </p:extLst>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 preserve="1">
  <p:cSld name="Section Header_AL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60521" y="3228200"/>
            <a:ext cx="8770620" cy="1212056"/>
          </a:xfrm>
        </p:spPr>
        <p:txBody>
          <a:bodyPr anchor="b">
            <a:noAutofit/>
          </a:bodyPr>
          <a:lstStyle>
            <a:lvl1pPr algn="l">
              <a:defRPr sz="4000" b="1" cap="all" baseline="0">
                <a:solidFill>
                  <a:schemeClr val="tx1"/>
                </a:solidFill>
                <a:latin typeface="+mj-lt"/>
              </a:defRPr>
            </a:lvl1pPr>
          </a:lstStyle>
          <a:p>
            <a:r>
              <a:rPr lang="en-US" dirty="0"/>
              <a:t>CLICK TO EDIT MASTER</a:t>
            </a:r>
            <a:br>
              <a:rPr lang="en-US" dirty="0"/>
            </a:br>
            <a:r>
              <a:rPr lang="en-US" dirty="0"/>
              <a:t>SECTION TITLE SLIDE OPTION 2</a:t>
            </a:r>
          </a:p>
        </p:txBody>
      </p:sp>
      <p:sp>
        <p:nvSpPr>
          <p:cNvPr id="3" name="Subtitle 2"/>
          <p:cNvSpPr>
            <a:spLocks noGrp="1"/>
          </p:cNvSpPr>
          <p:nvPr>
            <p:ph type="subTitle" idx="1"/>
          </p:nvPr>
        </p:nvSpPr>
        <p:spPr bwMode="gray">
          <a:xfrm>
            <a:off x="960521" y="4448086"/>
            <a:ext cx="8770620" cy="666549"/>
          </a:xfrm>
        </p:spPr>
        <p:txBody>
          <a:bodyPr anchor="t">
            <a:normAutofit/>
          </a:bodyPr>
          <a:lstStyle>
            <a:lvl1pPr marL="0" indent="0" algn="l">
              <a:buNone/>
              <a:defRPr sz="240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10751004" y="6335309"/>
            <a:ext cx="1181114" cy="250337"/>
          </a:xfrm>
        </p:spPr>
        <p:txBody>
          <a:bodyPr/>
          <a:lstStyle/>
          <a:p>
            <a:fld id="{72EFF9E2-52BD-4C8D-9C57-79F661DB94A1}" type="datetime1">
              <a:rPr lang="en-US" smtClean="0"/>
              <a:t>7/10/2025</a:t>
            </a:fld>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r>
              <a:rPr lang="en-US" dirty="0"/>
              <a:t>PAGE  </a:t>
            </a:r>
            <a:fld id="{93005692-73BE-493E-93AB-ECD6027A7652}" type="slidenum">
              <a:rPr lang="en-US" smtClean="0"/>
              <a:pPr/>
              <a:t>‹#›</a:t>
            </a:fld>
            <a:endParaRPr lang="en-US" dirty="0"/>
          </a:p>
        </p:txBody>
      </p:sp>
      <p:grpSp>
        <p:nvGrpSpPr>
          <p:cNvPr id="7" name="Group 6">
            <a:extLst>
              <a:ext uri="{FF2B5EF4-FFF2-40B4-BE49-F238E27FC236}">
                <a16:creationId xmlns:a16="http://schemas.microsoft.com/office/drawing/2014/main" id="{C78BDD71-5673-C3E4-61B8-8F8F041308A3}"/>
              </a:ext>
              <a:ext uri="{C183D7F6-B498-43B3-948B-1728B52AA6E4}">
                <adec:decorative xmlns:adec="http://schemas.microsoft.com/office/drawing/2017/decorative" val="1"/>
              </a:ext>
            </a:extLst>
          </p:cNvPr>
          <p:cNvGrpSpPr/>
          <p:nvPr userDrawn="1"/>
        </p:nvGrpSpPr>
        <p:grpSpPr>
          <a:xfrm>
            <a:off x="0" y="0"/>
            <a:ext cx="12192000" cy="397164"/>
            <a:chOff x="0" y="0"/>
            <a:chExt cx="12192000" cy="397164"/>
          </a:xfrm>
        </p:grpSpPr>
        <p:sp>
          <p:nvSpPr>
            <p:cNvPr id="8" name="Rectangle 7">
              <a:extLst>
                <a:ext uri="{FF2B5EF4-FFF2-40B4-BE49-F238E27FC236}">
                  <a16:creationId xmlns:a16="http://schemas.microsoft.com/office/drawing/2014/main" id="{1EBF8245-E943-0D71-7CC0-09B6B4E3260B}"/>
                </a:ext>
              </a:extLst>
            </p:cNvPr>
            <p:cNvSpPr/>
            <p:nvPr userDrawn="1"/>
          </p:nvSpPr>
          <p:spPr>
            <a:xfrm>
              <a:off x="1" y="198582"/>
              <a:ext cx="3082197"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692D8089-B052-A801-A878-B773A49F8615}"/>
                </a:ext>
              </a:extLst>
            </p:cNvPr>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53A2417-24CA-2534-65B9-CAFF9B77F07A}"/>
                </a:ext>
              </a:extLst>
            </p:cNvPr>
            <p:cNvSpPr/>
            <p:nvPr userDrawn="1"/>
          </p:nvSpPr>
          <p:spPr>
            <a:xfrm>
              <a:off x="6097879" y="198582"/>
              <a:ext cx="3047061"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ABD4852-C253-61D4-26E8-4222BFD9B55D}"/>
                </a:ext>
              </a:extLst>
            </p:cNvPr>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6DAFAF2-35DA-8050-8069-401CD4268EFE}"/>
                </a:ext>
              </a:extLst>
            </p:cNvPr>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642748302"/>
      </p:ext>
    </p:extLst>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59883" y="434108"/>
            <a:ext cx="11569729" cy="895927"/>
          </a:xfrm>
        </p:spPr>
        <p:txBody>
          <a:bodyPr/>
          <a:lstStyle>
            <a:lvl1pPr>
              <a:defRPr b="1"/>
            </a:lvl1pPr>
          </a:lstStyle>
          <a:p>
            <a:r>
              <a:rPr lang="en-US" dirty="0"/>
              <a:t>CLICK TO EDIT MASTER TITLE STYLE</a:t>
            </a:r>
          </a:p>
        </p:txBody>
      </p:sp>
      <p:sp>
        <p:nvSpPr>
          <p:cNvPr id="3" name="Content Placeholder 2"/>
          <p:cNvSpPr>
            <a:spLocks noGrp="1"/>
          </p:cNvSpPr>
          <p:nvPr>
            <p:ph sz="half" idx="1"/>
          </p:nvPr>
        </p:nvSpPr>
        <p:spPr>
          <a:xfrm>
            <a:off x="259882" y="1413164"/>
            <a:ext cx="5586855" cy="4590472"/>
          </a:xfrm>
        </p:spPr>
        <p:txBody>
          <a:bodyPr/>
          <a:lstStyle>
            <a:lvl1pPr marL="288925" indent="-288925">
              <a:spcBef>
                <a:spcPts val="800"/>
              </a:spcBef>
              <a:spcAft>
                <a:spcPts val="800"/>
              </a:spcAft>
              <a:buFont typeface="Wingdings" charset="2"/>
              <a:buChar char="§"/>
              <a:defRPr/>
            </a:lvl1pPr>
            <a:lvl2pPr marL="685800" indent="-228600">
              <a:spcBef>
                <a:spcPts val="800"/>
              </a:spcBef>
              <a:spcAft>
                <a:spcPts val="800"/>
              </a:spcAft>
              <a:buFont typeface="Wingdings" charset="2"/>
              <a:buChar char="§"/>
              <a:defRPr/>
            </a:lvl2pPr>
            <a:lvl3pPr marL="1143000" indent="-228600">
              <a:spcBef>
                <a:spcPts val="800"/>
              </a:spcBef>
              <a:spcAft>
                <a:spcPts val="800"/>
              </a:spcAft>
              <a:buFont typeface="Wingdings" charset="2"/>
              <a:buChar char="§"/>
              <a:defRPr/>
            </a:lvl3pPr>
            <a:lvl4pPr marL="1600200" indent="-228600">
              <a:spcBef>
                <a:spcPts val="800"/>
              </a:spcBef>
              <a:spcAft>
                <a:spcPts val="800"/>
              </a:spcAft>
              <a:buFont typeface="Wingdings" charset="2"/>
              <a:buChar char="§"/>
              <a:defRPr/>
            </a:lvl4pPr>
            <a:lvl5pPr marL="2057400" indent="-228600">
              <a:spcBef>
                <a:spcPts val="800"/>
              </a:spcBef>
              <a:spcAft>
                <a:spcPts val="800"/>
              </a:spcAft>
              <a:buFont typeface="Wingdings"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992" y="1413164"/>
            <a:ext cx="5658620" cy="4590472"/>
          </a:xfrm>
        </p:spPr>
        <p:txBody>
          <a:bodyPr/>
          <a:lstStyle>
            <a:lvl1pPr marL="288925" indent="-288925">
              <a:spcBef>
                <a:spcPts val="800"/>
              </a:spcBef>
              <a:spcAft>
                <a:spcPts val="800"/>
              </a:spcAft>
              <a:buFont typeface="Wingdings" charset="2"/>
              <a:buChar char="§"/>
              <a:defRPr/>
            </a:lvl1pPr>
            <a:lvl2pPr marL="685800" indent="-228600">
              <a:spcBef>
                <a:spcPts val="800"/>
              </a:spcBef>
              <a:spcAft>
                <a:spcPts val="800"/>
              </a:spcAft>
              <a:buFont typeface="Wingdings" charset="2"/>
              <a:buChar char="§"/>
              <a:defRPr/>
            </a:lvl2pPr>
            <a:lvl3pPr marL="1143000" indent="-228600">
              <a:spcBef>
                <a:spcPts val="800"/>
              </a:spcBef>
              <a:spcAft>
                <a:spcPts val="800"/>
              </a:spcAft>
              <a:buFont typeface="Wingdings" charset="2"/>
              <a:buChar char="§"/>
              <a:defRPr/>
            </a:lvl3pPr>
            <a:lvl4pPr marL="1600200" indent="-228600">
              <a:spcBef>
                <a:spcPts val="800"/>
              </a:spcBef>
              <a:spcAft>
                <a:spcPts val="800"/>
              </a:spcAft>
              <a:buFont typeface="Wingdings" charset="2"/>
              <a:buChar char="§"/>
              <a:defRPr/>
            </a:lvl4pPr>
            <a:lvl5pPr marL="2057400" indent="-228600">
              <a:spcBef>
                <a:spcPts val="800"/>
              </a:spcBef>
              <a:spcAft>
                <a:spcPts val="800"/>
              </a:spcAft>
              <a:buFont typeface="Wingdings"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081881F3-AB4F-4026-8B03-DBF7475676B1}" type="datetime1">
              <a:rPr lang="en-US" smtClean="0"/>
              <a:t>7/10/2025</a:t>
            </a:fld>
            <a:endParaRPr lang="en-US" dirty="0"/>
          </a:p>
        </p:txBody>
      </p:sp>
      <p:sp>
        <p:nvSpPr>
          <p:cNvPr id="9" name="Footer Placeholder 8"/>
          <p:cNvSpPr>
            <a:spLocks noGrp="1"/>
          </p:cNvSpPr>
          <p:nvPr>
            <p:ph type="ftr" sz="quarter" idx="11"/>
          </p:nvPr>
        </p:nvSpPr>
        <p:spPr/>
        <p:txBody>
          <a:bodyPr/>
          <a:lstStyle/>
          <a:p>
            <a:r>
              <a:rPr lang="en-US"/>
              <a:t>PRESENTATION TITLE</a:t>
            </a:r>
            <a:endParaRPr lang="en-US" dirty="0"/>
          </a:p>
        </p:txBody>
      </p:sp>
      <p:sp>
        <p:nvSpPr>
          <p:cNvPr id="10" name="Slide Number Placeholder 9"/>
          <p:cNvSpPr>
            <a:spLocks noGrp="1"/>
          </p:cNvSpPr>
          <p:nvPr>
            <p:ph type="sldNum" sz="quarter" idx="12"/>
          </p:nvPr>
        </p:nvSpPr>
        <p:spPr/>
        <p:txBody>
          <a:bodyPr/>
          <a:lstStyle/>
          <a:p>
            <a:r>
              <a:rPr lang="en-US" dirty="0"/>
              <a:t>PAGE  </a:t>
            </a:r>
            <a:fld id="{93005692-73BE-493E-93AB-ECD6027A7652}" type="slidenum">
              <a:rPr lang="en-US" smtClean="0"/>
              <a:pPr/>
              <a:t>‹#›</a:t>
            </a:fld>
            <a:endParaRPr lang="en-US" dirty="0"/>
          </a:p>
        </p:txBody>
      </p:sp>
    </p:spTree>
    <p:extLst>
      <p:ext uri="{BB962C8B-B14F-4D97-AF65-F5344CB8AC3E}">
        <p14:creationId xmlns:p14="http://schemas.microsoft.com/office/powerpoint/2010/main" val="2238516483"/>
      </p:ext>
    </p:extLst>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59881" y="1396192"/>
            <a:ext cx="5542713" cy="670270"/>
          </a:xfrm>
        </p:spPr>
        <p:txBody>
          <a:bodyPr anchor="b">
            <a:noAutofit/>
          </a:bodyPr>
          <a:lstStyle>
            <a:lvl1pPr marL="0" indent="0">
              <a:buNone/>
              <a:defRPr sz="2800" b="1" baseline="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9881" y="2184400"/>
            <a:ext cx="5542713" cy="3846945"/>
          </a:xfrm>
        </p:spPr>
        <p:txBody>
          <a:bodyPr>
            <a:normAutofit/>
          </a:bodyPr>
          <a:lstStyle>
            <a:lvl1pPr marL="288925" indent="-288925">
              <a:spcBef>
                <a:spcPts val="800"/>
              </a:spcBef>
              <a:spcAft>
                <a:spcPts val="800"/>
              </a:spcAft>
              <a:buFont typeface="Wingdings" charset="2"/>
              <a:buChar char="§"/>
              <a:defRPr sz="2000"/>
            </a:lvl1pPr>
            <a:lvl2pPr marL="685800" indent="-228600">
              <a:spcBef>
                <a:spcPts val="800"/>
              </a:spcBef>
              <a:spcAft>
                <a:spcPts val="800"/>
              </a:spcAft>
              <a:buFont typeface="Wingdings" charset="2"/>
              <a:buChar char="§"/>
              <a:defRPr sz="1800"/>
            </a:lvl2pPr>
            <a:lvl3pPr marL="1143000" indent="-228600">
              <a:spcBef>
                <a:spcPts val="800"/>
              </a:spcBef>
              <a:spcAft>
                <a:spcPts val="800"/>
              </a:spcAft>
              <a:buFont typeface="Wingdings" charset="2"/>
              <a:buChar char="§"/>
              <a:defRPr sz="1600"/>
            </a:lvl3pPr>
            <a:lvl4pPr marL="1600200" indent="-228600">
              <a:spcBef>
                <a:spcPts val="800"/>
              </a:spcBef>
              <a:spcAft>
                <a:spcPts val="800"/>
              </a:spcAft>
              <a:buFont typeface="Wingdings" charset="2"/>
              <a:buChar char="§"/>
              <a:defRPr sz="1400"/>
            </a:lvl4pPr>
            <a:lvl5pPr marL="2057400" indent="-228600">
              <a:spcBef>
                <a:spcPts val="800"/>
              </a:spcBef>
              <a:spcAft>
                <a:spcPts val="800"/>
              </a:spcAft>
              <a:buFont typeface="Wingdings" charset="2"/>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36154" y="1396192"/>
            <a:ext cx="5593458" cy="670270"/>
          </a:xfrm>
        </p:spPr>
        <p:txBody>
          <a:bodyPr anchor="b">
            <a:normAutofit/>
          </a:bodyPr>
          <a:lstStyle>
            <a:lvl1pPr marL="0" indent="0">
              <a:buNone/>
              <a:defRPr sz="28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36154" y="2184400"/>
            <a:ext cx="5593458" cy="3846945"/>
          </a:xfrm>
        </p:spPr>
        <p:txBody>
          <a:bodyPr>
            <a:normAutofit/>
          </a:bodyPr>
          <a:lstStyle>
            <a:lvl1pPr marL="288925" indent="-288925">
              <a:spcBef>
                <a:spcPts val="800"/>
              </a:spcBef>
              <a:spcAft>
                <a:spcPts val="800"/>
              </a:spcAft>
              <a:buFont typeface="Wingdings" charset="2"/>
              <a:buChar char="§"/>
              <a:defRPr sz="2000"/>
            </a:lvl1pPr>
            <a:lvl2pPr marL="685800" indent="-228600">
              <a:spcBef>
                <a:spcPts val="800"/>
              </a:spcBef>
              <a:spcAft>
                <a:spcPts val="800"/>
              </a:spcAft>
              <a:buFont typeface="Wingdings" charset="2"/>
              <a:buChar char="§"/>
              <a:defRPr sz="1800"/>
            </a:lvl2pPr>
            <a:lvl3pPr marL="1143000" indent="-228600">
              <a:spcBef>
                <a:spcPts val="800"/>
              </a:spcBef>
              <a:spcAft>
                <a:spcPts val="800"/>
              </a:spcAft>
              <a:buFont typeface="Wingdings" charset="2"/>
              <a:buChar char="§"/>
              <a:defRPr sz="1600"/>
            </a:lvl3pPr>
            <a:lvl4pPr marL="1600200" indent="-228600">
              <a:spcBef>
                <a:spcPts val="800"/>
              </a:spcBef>
              <a:spcAft>
                <a:spcPts val="800"/>
              </a:spcAft>
              <a:buFont typeface="Wingdings" charset="2"/>
              <a:buChar char="§"/>
              <a:defRPr sz="1400"/>
            </a:lvl4pPr>
            <a:lvl5pPr marL="2057400" indent="-228600">
              <a:spcBef>
                <a:spcPts val="800"/>
              </a:spcBef>
              <a:spcAft>
                <a:spcPts val="800"/>
              </a:spcAft>
              <a:buFont typeface="Wingdings" charset="2"/>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9"/>
          <p:cNvSpPr>
            <a:spLocks noGrp="1"/>
          </p:cNvSpPr>
          <p:nvPr>
            <p:ph type="title" hasCustomPrompt="1"/>
          </p:nvPr>
        </p:nvSpPr>
        <p:spPr>
          <a:xfrm>
            <a:off x="259883" y="434108"/>
            <a:ext cx="11569729" cy="895927"/>
          </a:xfrm>
        </p:spPr>
        <p:txBody>
          <a:bodyPr/>
          <a:lstStyle>
            <a:lvl1pPr>
              <a:defRPr b="1"/>
            </a:lvl1pPr>
          </a:lstStyle>
          <a:p>
            <a:r>
              <a:rPr lang="en-US" dirty="0"/>
              <a:t>CLICK TO EDIT MASTER TITLE STYLE</a:t>
            </a:r>
          </a:p>
        </p:txBody>
      </p:sp>
      <p:sp>
        <p:nvSpPr>
          <p:cNvPr id="2" name="Date Placeholder 1"/>
          <p:cNvSpPr>
            <a:spLocks noGrp="1"/>
          </p:cNvSpPr>
          <p:nvPr>
            <p:ph type="dt" sz="half" idx="10"/>
          </p:nvPr>
        </p:nvSpPr>
        <p:spPr/>
        <p:txBody>
          <a:bodyPr/>
          <a:lstStyle/>
          <a:p>
            <a:fld id="{C17F432B-3FBE-4889-963D-BF97BFBB7D3F}" type="datetime1">
              <a:rPr lang="en-US" smtClean="0"/>
              <a:t>7/10/2025</a:t>
            </a:fld>
            <a:endParaRPr lang="en-US" dirty="0"/>
          </a:p>
        </p:txBody>
      </p:sp>
      <p:sp>
        <p:nvSpPr>
          <p:cNvPr id="11" name="Footer Placeholder 10"/>
          <p:cNvSpPr>
            <a:spLocks noGrp="1"/>
          </p:cNvSpPr>
          <p:nvPr>
            <p:ph type="ftr" sz="quarter" idx="11"/>
          </p:nvPr>
        </p:nvSpPr>
        <p:spPr/>
        <p:txBody>
          <a:bodyPr/>
          <a:lstStyle/>
          <a:p>
            <a:r>
              <a:rPr lang="en-US"/>
              <a:t>PRESENTATION TITLE</a:t>
            </a:r>
            <a:endParaRPr lang="en-US" dirty="0"/>
          </a:p>
        </p:txBody>
      </p:sp>
      <p:sp>
        <p:nvSpPr>
          <p:cNvPr id="12" name="Slide Number Placeholder 11"/>
          <p:cNvSpPr>
            <a:spLocks noGrp="1"/>
          </p:cNvSpPr>
          <p:nvPr>
            <p:ph type="sldNum" sz="quarter" idx="12"/>
          </p:nvPr>
        </p:nvSpPr>
        <p:spPr/>
        <p:txBody>
          <a:bodyPr/>
          <a:lstStyle/>
          <a:p>
            <a:r>
              <a:rPr lang="en-US" dirty="0"/>
              <a:t>PAGE  </a:t>
            </a:r>
            <a:fld id="{93005692-73BE-493E-93AB-ECD6027A7652}" type="slidenum">
              <a:rPr lang="en-US" smtClean="0"/>
              <a:pPr/>
              <a:t>‹#›</a:t>
            </a:fld>
            <a:endParaRPr lang="en-US" dirty="0"/>
          </a:p>
        </p:txBody>
      </p:sp>
    </p:spTree>
    <p:extLst>
      <p:ext uri="{BB962C8B-B14F-4D97-AF65-F5344CB8AC3E}">
        <p14:creationId xmlns:p14="http://schemas.microsoft.com/office/powerpoint/2010/main" val="519598644"/>
      </p:ext>
    </p:extLst>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1"/>
            </a:lvl1pPr>
          </a:lstStyle>
          <a:p>
            <a:r>
              <a:rPr lang="en-US" dirty="0"/>
              <a:t>CLICK TO EDIT MASTER TITLE STYLE</a:t>
            </a:r>
          </a:p>
        </p:txBody>
      </p:sp>
      <p:sp>
        <p:nvSpPr>
          <p:cNvPr id="6" name="Date Placeholder 5"/>
          <p:cNvSpPr>
            <a:spLocks noGrp="1"/>
          </p:cNvSpPr>
          <p:nvPr>
            <p:ph type="dt" sz="half" idx="10"/>
          </p:nvPr>
        </p:nvSpPr>
        <p:spPr/>
        <p:txBody>
          <a:bodyPr/>
          <a:lstStyle/>
          <a:p>
            <a:fld id="{310CCC04-1E76-41EE-A8AC-75AD85313D09}" type="datetime1">
              <a:rPr lang="en-US" smtClean="0"/>
              <a:t>7/10/2025</a:t>
            </a:fld>
            <a:endParaRPr lang="en-US" dirty="0"/>
          </a:p>
        </p:txBody>
      </p:sp>
      <p:sp>
        <p:nvSpPr>
          <p:cNvPr id="7" name="Footer Placeholder 6"/>
          <p:cNvSpPr>
            <a:spLocks noGrp="1"/>
          </p:cNvSpPr>
          <p:nvPr>
            <p:ph type="ftr" sz="quarter" idx="11"/>
          </p:nvPr>
        </p:nvSpPr>
        <p:spPr/>
        <p:txBody>
          <a:bodyPr/>
          <a:lstStyle/>
          <a:p>
            <a:r>
              <a:rPr lang="en-US"/>
              <a:t>PRESENTATION TITLE</a:t>
            </a:r>
            <a:endParaRPr lang="en-US" dirty="0"/>
          </a:p>
        </p:txBody>
      </p:sp>
      <p:sp>
        <p:nvSpPr>
          <p:cNvPr id="8" name="Slide Number Placeholder 7"/>
          <p:cNvSpPr>
            <a:spLocks noGrp="1"/>
          </p:cNvSpPr>
          <p:nvPr>
            <p:ph type="sldNum" sz="quarter" idx="12"/>
          </p:nvPr>
        </p:nvSpPr>
        <p:spPr/>
        <p:txBody>
          <a:bodyPr/>
          <a:lstStyle/>
          <a:p>
            <a:r>
              <a:rPr lang="en-US" dirty="0"/>
              <a:t>PAGE  </a:t>
            </a:r>
            <a:fld id="{93005692-73BE-493E-93AB-ECD6027A7652}" type="slidenum">
              <a:rPr lang="en-US" smtClean="0"/>
              <a:pPr/>
              <a:t>‹#›</a:t>
            </a:fld>
            <a:endParaRPr lang="en-US" dirty="0"/>
          </a:p>
        </p:txBody>
      </p:sp>
    </p:spTree>
    <p:extLst>
      <p:ext uri="{BB962C8B-B14F-4D97-AF65-F5344CB8AC3E}">
        <p14:creationId xmlns:p14="http://schemas.microsoft.com/office/powerpoint/2010/main" val="2708487075"/>
      </p:ext>
    </p:extLst>
  </p:cSld>
  <p:clrMapOvr>
    <a:masterClrMapping/>
  </p:clrMapOvr>
  <p:transition spd="slow">
    <p:push dir="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83974A9E-84AC-4661-9381-CC35B09E47F7}" type="datetime1">
              <a:rPr lang="en-US" smtClean="0"/>
              <a:t>7/10/2025</a:t>
            </a:fld>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r>
              <a:rPr lang="en-US" dirty="0"/>
              <a:t>PAGE  </a:t>
            </a:r>
            <a:fld id="{93005692-73BE-493E-93AB-ECD6027A7652}" type="slidenum">
              <a:rPr lang="en-US" smtClean="0"/>
              <a:pPr/>
              <a:t>‹#›</a:t>
            </a:fld>
            <a:endParaRPr lang="en-US" dirty="0"/>
          </a:p>
        </p:txBody>
      </p:sp>
    </p:spTree>
    <p:extLst>
      <p:ext uri="{BB962C8B-B14F-4D97-AF65-F5344CB8AC3E}">
        <p14:creationId xmlns:p14="http://schemas.microsoft.com/office/powerpoint/2010/main" val="743165608"/>
      </p:ext>
    </p:extLst>
  </p:cSld>
  <p:clrMapOvr>
    <a:masterClrMapping/>
  </p:clrMapOvr>
  <p:transition spd="slow">
    <p:push di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blank" preserve="1">
  <p:cSld name="Blank_NoBkgrd">
    <p:spTree>
      <p:nvGrpSpPr>
        <p:cNvPr id="1" name=""/>
        <p:cNvGrpSpPr/>
        <p:nvPr/>
      </p:nvGrpSpPr>
      <p:grpSpPr>
        <a:xfrm>
          <a:off x="0" y="0"/>
          <a:ext cx="0" cy="0"/>
          <a:chOff x="0" y="0"/>
          <a:chExt cx="0" cy="0"/>
        </a:xfrm>
      </p:grpSpPr>
      <p:sp>
        <p:nvSpPr>
          <p:cNvPr id="5" name="Date Placeholder 4"/>
          <p:cNvSpPr>
            <a:spLocks noGrp="1"/>
          </p:cNvSpPr>
          <p:nvPr>
            <p:ph type="dt" sz="half" idx="10"/>
          </p:nvPr>
        </p:nvSpPr>
        <p:spPr>
          <a:xfrm>
            <a:off x="10751004" y="6335309"/>
            <a:ext cx="1181114" cy="250337"/>
          </a:xfrm>
        </p:spPr>
        <p:txBody>
          <a:bodyPr/>
          <a:lstStyle/>
          <a:p>
            <a:fld id="{1E55829F-8847-4C2A-8DD0-690EAD78E53F}" type="datetime1">
              <a:rPr lang="en-US" smtClean="0"/>
              <a:t>7/10/2025</a:t>
            </a:fld>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r>
              <a:rPr lang="en-US" dirty="0"/>
              <a:t>PAGE  </a:t>
            </a:r>
            <a:fld id="{93005692-73BE-493E-93AB-ECD6027A7652}" type="slidenum">
              <a:rPr lang="en-US" smtClean="0"/>
              <a:pPr/>
              <a:t>‹#›</a:t>
            </a:fld>
            <a:endParaRPr lang="en-US" dirty="0"/>
          </a:p>
        </p:txBody>
      </p:sp>
      <p:grpSp>
        <p:nvGrpSpPr>
          <p:cNvPr id="2" name="Group 1">
            <a:extLst>
              <a:ext uri="{FF2B5EF4-FFF2-40B4-BE49-F238E27FC236}">
                <a16:creationId xmlns:a16="http://schemas.microsoft.com/office/drawing/2014/main" id="{48F0E357-D0D7-C8D3-9BB9-CBCD595E2726}"/>
              </a:ext>
              <a:ext uri="{C183D7F6-B498-43B3-948B-1728B52AA6E4}">
                <adec:decorative xmlns:adec="http://schemas.microsoft.com/office/drawing/2017/decorative" val="1"/>
              </a:ext>
            </a:extLst>
          </p:cNvPr>
          <p:cNvGrpSpPr/>
          <p:nvPr userDrawn="1"/>
        </p:nvGrpSpPr>
        <p:grpSpPr>
          <a:xfrm>
            <a:off x="0" y="0"/>
            <a:ext cx="12192000" cy="397164"/>
            <a:chOff x="0" y="0"/>
            <a:chExt cx="12192000" cy="397164"/>
          </a:xfrm>
        </p:grpSpPr>
        <p:sp>
          <p:nvSpPr>
            <p:cNvPr id="3" name="Rectangle 2">
              <a:extLst>
                <a:ext uri="{FF2B5EF4-FFF2-40B4-BE49-F238E27FC236}">
                  <a16:creationId xmlns:a16="http://schemas.microsoft.com/office/drawing/2014/main" id="{6F904F2D-EB5B-78C1-C9CD-AD22B98AAF28}"/>
                </a:ext>
              </a:extLst>
            </p:cNvPr>
            <p:cNvSpPr/>
            <p:nvPr userDrawn="1"/>
          </p:nvSpPr>
          <p:spPr>
            <a:xfrm>
              <a:off x="1" y="198582"/>
              <a:ext cx="3082197"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633A6C96-3A16-4F62-35CE-95FC1296115C}"/>
                </a:ext>
              </a:extLst>
            </p:cNvPr>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CB83E9C-7246-D12C-1E4F-7F8C8CACBCB5}"/>
                </a:ext>
              </a:extLst>
            </p:cNvPr>
            <p:cNvSpPr/>
            <p:nvPr userDrawn="1"/>
          </p:nvSpPr>
          <p:spPr>
            <a:xfrm>
              <a:off x="6097879" y="198582"/>
              <a:ext cx="3047061"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6AA84279-81BF-BD14-75E3-45D84ED22AE8}"/>
                </a:ext>
              </a:extLst>
            </p:cNvPr>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6C3DEA0-E90A-8F4E-6FCC-22A0591AE8A4}"/>
                </a:ext>
              </a:extLst>
            </p:cNvPr>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87678416"/>
      </p:ext>
    </p:extLst>
  </p:cSld>
  <p:clrMapOvr>
    <a:masterClrMapping/>
  </p:clrMapOvr>
  <p:transition spd="slow">
    <p:push di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ntext or Quot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30071" y="1237675"/>
            <a:ext cx="4331855" cy="910202"/>
          </a:xfrm>
        </p:spPr>
        <p:txBody>
          <a:bodyPr anchor="b">
            <a:normAutofit/>
          </a:bodyPr>
          <a:lstStyle>
            <a:lvl1pPr algn="ctr">
              <a:defRPr sz="2800" b="1" cap="all" baseline="0"/>
            </a:lvl1pPr>
          </a:lstStyle>
          <a:p>
            <a:r>
              <a:rPr lang="en-US" dirty="0"/>
              <a:t>CONTEXT or THEME</a:t>
            </a:r>
          </a:p>
        </p:txBody>
      </p:sp>
      <p:sp>
        <p:nvSpPr>
          <p:cNvPr id="3" name="Date Placeholder 2"/>
          <p:cNvSpPr>
            <a:spLocks noGrp="1"/>
          </p:cNvSpPr>
          <p:nvPr>
            <p:ph type="dt" sz="half" idx="10"/>
          </p:nvPr>
        </p:nvSpPr>
        <p:spPr>
          <a:xfrm>
            <a:off x="10751004" y="6335309"/>
            <a:ext cx="1181114" cy="250337"/>
          </a:xfrm>
        </p:spPr>
        <p:txBody>
          <a:bodyPr/>
          <a:lstStyle/>
          <a:p>
            <a:fld id="{5FDFC970-B950-4395-A833-47227D4A68CA}" type="datetime1">
              <a:rPr lang="en-US" smtClean="0"/>
              <a:t>7/10/2025</a:t>
            </a:fld>
            <a:endParaRPr lang="en-US" dirty="0"/>
          </a:p>
        </p:txBody>
      </p:sp>
      <p:sp>
        <p:nvSpPr>
          <p:cNvPr id="4" name="Footer Placeholder 3"/>
          <p:cNvSpPr>
            <a:spLocks noGrp="1"/>
          </p:cNvSpPr>
          <p:nvPr>
            <p:ph type="ftr" sz="quarter" idx="11"/>
          </p:nvPr>
        </p:nvSpPr>
        <p:spPr/>
        <p:txBody>
          <a:bodyPr/>
          <a:lstStyle/>
          <a:p>
            <a:r>
              <a:rPr lang="en-US"/>
              <a:t>PRESENTATION TITLE</a:t>
            </a:r>
            <a:endParaRPr lang="en-US" dirty="0"/>
          </a:p>
        </p:txBody>
      </p:sp>
      <p:sp>
        <p:nvSpPr>
          <p:cNvPr id="5" name="Slide Number Placeholder 4"/>
          <p:cNvSpPr>
            <a:spLocks noGrp="1"/>
          </p:cNvSpPr>
          <p:nvPr>
            <p:ph type="sldNum" sz="quarter" idx="12"/>
          </p:nvPr>
        </p:nvSpPr>
        <p:spPr/>
        <p:txBody>
          <a:bodyPr/>
          <a:lstStyle/>
          <a:p>
            <a:r>
              <a:rPr lang="en-US" dirty="0"/>
              <a:t>PAGE  </a:t>
            </a:r>
            <a:fld id="{93005692-73BE-493E-93AB-ECD6027A7652}" type="slidenum">
              <a:rPr lang="en-US" smtClean="0"/>
              <a:pPr/>
              <a:t>‹#›</a:t>
            </a:fld>
            <a:endParaRPr lang="en-US" dirty="0"/>
          </a:p>
        </p:txBody>
      </p:sp>
      <p:cxnSp>
        <p:nvCxnSpPr>
          <p:cNvPr id="12" name="Straight Connector 11">
            <a:extLst>
              <a:ext uri="{C183D7F6-B498-43B3-948B-1728B52AA6E4}">
                <adec:decorative xmlns:adec="http://schemas.microsoft.com/office/drawing/2017/decorative" val="1"/>
              </a:ext>
            </a:extLst>
          </p:cNvPr>
          <p:cNvCxnSpPr/>
          <p:nvPr userDrawn="1"/>
        </p:nvCxnSpPr>
        <p:spPr>
          <a:xfrm>
            <a:off x="3930073" y="2244437"/>
            <a:ext cx="4331855"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C183D7F6-B498-43B3-948B-1728B52AA6E4}">
                <adec:decorative xmlns:adec="http://schemas.microsoft.com/office/drawing/2017/decorative" val="1"/>
              </a:ext>
            </a:extLst>
          </p:cNvPr>
          <p:cNvCxnSpPr/>
          <p:nvPr userDrawn="1"/>
        </p:nvCxnSpPr>
        <p:spPr>
          <a:xfrm>
            <a:off x="3930073" y="4668983"/>
            <a:ext cx="4331855"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 Placeholder 14"/>
          <p:cNvSpPr>
            <a:spLocks noGrp="1"/>
          </p:cNvSpPr>
          <p:nvPr>
            <p:ph type="body" sz="quarter" idx="13"/>
          </p:nvPr>
        </p:nvSpPr>
        <p:spPr>
          <a:xfrm>
            <a:off x="660400" y="2420360"/>
            <a:ext cx="10871200" cy="2114550"/>
          </a:xfrm>
        </p:spPr>
        <p:txBody>
          <a:bodyPr anchor="ctr">
            <a:normAutofit/>
          </a:bodyPr>
          <a:lstStyle>
            <a:lvl1pPr marL="0" indent="0" algn="ctr">
              <a:lnSpc>
                <a:spcPct val="100000"/>
              </a:lnSpc>
              <a:buNone/>
              <a:defRPr sz="2800"/>
            </a:lvl1pPr>
            <a:lvl2pPr algn="ctr">
              <a:defRPr/>
            </a:lvl2pPr>
            <a:lvl3pPr algn="ctr">
              <a:defRPr/>
            </a:lvl3pPr>
            <a:lvl4pPr algn="ctr">
              <a:defRPr/>
            </a:lvl4pPr>
            <a:lvl5pPr algn="ctr">
              <a:defRPr/>
            </a:lvl5pPr>
          </a:lstStyle>
          <a:p>
            <a:pPr lvl="0"/>
            <a:r>
              <a:rPr lang="en-US"/>
              <a:t>Click to edit Master text styles</a:t>
            </a:r>
          </a:p>
        </p:txBody>
      </p:sp>
      <p:sp>
        <p:nvSpPr>
          <p:cNvPr id="17" name="Text Placeholder 16"/>
          <p:cNvSpPr>
            <a:spLocks noGrp="1"/>
          </p:cNvSpPr>
          <p:nvPr>
            <p:ph type="body" sz="quarter" idx="14"/>
          </p:nvPr>
        </p:nvSpPr>
        <p:spPr>
          <a:xfrm>
            <a:off x="3930072" y="4784725"/>
            <a:ext cx="4331855" cy="276225"/>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200" b="1" cap="all" baseline="0" dirty="0" smtClean="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1pPr>
          </a:lstStyle>
          <a:p>
            <a:pPr marL="0" lvl="0" algn="ctr"/>
            <a:r>
              <a:rPr lang="en-US"/>
              <a:t>Click to edit Master text styles</a:t>
            </a:r>
          </a:p>
        </p:txBody>
      </p:sp>
      <p:grpSp>
        <p:nvGrpSpPr>
          <p:cNvPr id="6" name="Group 5">
            <a:extLst>
              <a:ext uri="{FF2B5EF4-FFF2-40B4-BE49-F238E27FC236}">
                <a16:creationId xmlns:a16="http://schemas.microsoft.com/office/drawing/2014/main" id="{F5B5677E-A76C-D8C2-715E-D2CC90E70803}"/>
              </a:ext>
              <a:ext uri="{C183D7F6-B498-43B3-948B-1728B52AA6E4}">
                <adec:decorative xmlns:adec="http://schemas.microsoft.com/office/drawing/2017/decorative" val="1"/>
              </a:ext>
            </a:extLst>
          </p:cNvPr>
          <p:cNvGrpSpPr/>
          <p:nvPr userDrawn="1"/>
        </p:nvGrpSpPr>
        <p:grpSpPr>
          <a:xfrm>
            <a:off x="0" y="0"/>
            <a:ext cx="12192000" cy="397164"/>
            <a:chOff x="0" y="0"/>
            <a:chExt cx="12192000" cy="397164"/>
          </a:xfrm>
        </p:grpSpPr>
        <p:sp>
          <p:nvSpPr>
            <p:cNvPr id="7" name="Rectangle 6">
              <a:extLst>
                <a:ext uri="{FF2B5EF4-FFF2-40B4-BE49-F238E27FC236}">
                  <a16:creationId xmlns:a16="http://schemas.microsoft.com/office/drawing/2014/main" id="{A397014F-8428-CB57-EA94-4926AC5048D6}"/>
                </a:ext>
              </a:extLst>
            </p:cNvPr>
            <p:cNvSpPr/>
            <p:nvPr userDrawn="1"/>
          </p:nvSpPr>
          <p:spPr>
            <a:xfrm>
              <a:off x="1" y="198582"/>
              <a:ext cx="3082197"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108710D-B7A2-5B78-4CA2-26A7E60D2EA8}"/>
                </a:ext>
              </a:extLst>
            </p:cNvPr>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CBC1D33-6438-5920-7D04-F461F1F2C24C}"/>
                </a:ext>
              </a:extLst>
            </p:cNvPr>
            <p:cNvSpPr/>
            <p:nvPr userDrawn="1"/>
          </p:nvSpPr>
          <p:spPr>
            <a:xfrm>
              <a:off x="6097879" y="198582"/>
              <a:ext cx="3047061"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584E8BE-411E-3D79-1AEB-CFBE9515CD5B}"/>
                </a:ext>
              </a:extLst>
            </p:cNvPr>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A2D3D3E-C28F-C346-1738-B63D4769D730}"/>
                </a:ext>
              </a:extLst>
            </p:cNvPr>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64198111"/>
      </p:ext>
    </p:extLst>
  </p:cSld>
  <p:clrMapOvr>
    <a:masterClrMapping/>
  </p:clrMapOvr>
  <p:transition spd="slow">
    <p:push dir="u"/>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ntext or Quote with Photo">
    <p:bg>
      <p:bgPr>
        <a:solidFill>
          <a:schemeClr val="bg2"/>
        </a:solidFill>
        <a:effectLst/>
      </p:bgPr>
    </p:bg>
    <p:spTree>
      <p:nvGrpSpPr>
        <p:cNvPr id="1" name=""/>
        <p:cNvGrpSpPr/>
        <p:nvPr/>
      </p:nvGrpSpPr>
      <p:grpSpPr>
        <a:xfrm>
          <a:off x="0" y="0"/>
          <a:ext cx="0" cy="0"/>
          <a:chOff x="0" y="0"/>
          <a:chExt cx="0" cy="0"/>
        </a:xfrm>
      </p:grpSpPr>
      <p:sp>
        <p:nvSpPr>
          <p:cNvPr id="7" name="Picture Placeholder 6"/>
          <p:cNvSpPr>
            <a:spLocks noGrp="1"/>
          </p:cNvSpPr>
          <p:nvPr>
            <p:ph type="pic" sz="quarter" idx="15"/>
          </p:nvPr>
        </p:nvSpPr>
        <p:spPr>
          <a:xfrm>
            <a:off x="6350285" y="807867"/>
            <a:ext cx="5440648" cy="5445153"/>
          </a:xfrm>
        </p:spPr>
        <p:txBody>
          <a:bodyPr/>
          <a:lstStyle/>
          <a:p>
            <a:r>
              <a:rPr lang="en-US"/>
              <a:t>Click icon to add picture</a:t>
            </a:r>
          </a:p>
        </p:txBody>
      </p:sp>
      <p:sp>
        <p:nvSpPr>
          <p:cNvPr id="2" name="Title 1"/>
          <p:cNvSpPr>
            <a:spLocks noGrp="1"/>
          </p:cNvSpPr>
          <p:nvPr>
            <p:ph type="title" hasCustomPrompt="1"/>
          </p:nvPr>
        </p:nvSpPr>
        <p:spPr>
          <a:xfrm>
            <a:off x="854362" y="1237675"/>
            <a:ext cx="4331855" cy="910202"/>
          </a:xfrm>
        </p:spPr>
        <p:txBody>
          <a:bodyPr anchor="b">
            <a:normAutofit/>
          </a:bodyPr>
          <a:lstStyle>
            <a:lvl1pPr algn="ctr">
              <a:defRPr sz="2800" b="1" cap="all" baseline="0"/>
            </a:lvl1pPr>
          </a:lstStyle>
          <a:p>
            <a:r>
              <a:rPr lang="en-US" dirty="0"/>
              <a:t>CONTEXT or THEME</a:t>
            </a:r>
          </a:p>
        </p:txBody>
      </p:sp>
      <p:sp>
        <p:nvSpPr>
          <p:cNvPr id="3" name="Date Placeholder 2"/>
          <p:cNvSpPr>
            <a:spLocks noGrp="1"/>
          </p:cNvSpPr>
          <p:nvPr>
            <p:ph type="dt" sz="half" idx="10"/>
          </p:nvPr>
        </p:nvSpPr>
        <p:spPr>
          <a:xfrm>
            <a:off x="10751004" y="6335309"/>
            <a:ext cx="1181114" cy="250337"/>
          </a:xfrm>
        </p:spPr>
        <p:txBody>
          <a:bodyPr/>
          <a:lstStyle/>
          <a:p>
            <a:fld id="{5FDFC970-B950-4395-A833-47227D4A68CA}" type="datetime1">
              <a:rPr lang="en-US" smtClean="0"/>
              <a:t>7/10/2025</a:t>
            </a:fld>
            <a:endParaRPr lang="en-US" dirty="0"/>
          </a:p>
        </p:txBody>
      </p:sp>
      <p:sp>
        <p:nvSpPr>
          <p:cNvPr id="4" name="Footer Placeholder 3"/>
          <p:cNvSpPr>
            <a:spLocks noGrp="1"/>
          </p:cNvSpPr>
          <p:nvPr>
            <p:ph type="ftr" sz="quarter" idx="11"/>
          </p:nvPr>
        </p:nvSpPr>
        <p:spPr>
          <a:xfrm>
            <a:off x="259882" y="6335309"/>
            <a:ext cx="3887245" cy="250337"/>
          </a:xfrm>
        </p:spPr>
        <p:txBody>
          <a:bodyPr/>
          <a:lstStyle/>
          <a:p>
            <a:r>
              <a:rPr lang="en-US"/>
              <a:t>PRESENTATION TITLE</a:t>
            </a:r>
            <a:endParaRPr lang="en-US" dirty="0"/>
          </a:p>
        </p:txBody>
      </p:sp>
      <p:sp>
        <p:nvSpPr>
          <p:cNvPr id="5" name="Slide Number Placeholder 4"/>
          <p:cNvSpPr>
            <a:spLocks noGrp="1"/>
          </p:cNvSpPr>
          <p:nvPr>
            <p:ph type="sldNum" sz="quarter" idx="12"/>
          </p:nvPr>
        </p:nvSpPr>
        <p:spPr>
          <a:xfrm>
            <a:off x="4479637" y="6335309"/>
            <a:ext cx="1016000" cy="250337"/>
          </a:xfrm>
        </p:spPr>
        <p:txBody>
          <a:bodyPr/>
          <a:lstStyle/>
          <a:p>
            <a:r>
              <a:rPr lang="en-US" dirty="0"/>
              <a:t>PAGE  </a:t>
            </a:r>
            <a:fld id="{93005692-73BE-493E-93AB-ECD6027A7652}" type="slidenum">
              <a:rPr lang="en-US" smtClean="0"/>
              <a:pPr/>
              <a:t>‹#›</a:t>
            </a:fld>
            <a:endParaRPr lang="en-US" dirty="0"/>
          </a:p>
        </p:txBody>
      </p:sp>
      <p:sp>
        <p:nvSpPr>
          <p:cNvPr id="15" name="Text Placeholder 14"/>
          <p:cNvSpPr>
            <a:spLocks noGrp="1"/>
          </p:cNvSpPr>
          <p:nvPr>
            <p:ph type="body" sz="quarter" idx="13"/>
          </p:nvPr>
        </p:nvSpPr>
        <p:spPr>
          <a:xfrm>
            <a:off x="544943" y="2409026"/>
            <a:ext cx="4950694" cy="2114550"/>
          </a:xfrm>
        </p:spPr>
        <p:txBody>
          <a:bodyPr anchor="ctr">
            <a:normAutofit/>
          </a:bodyPr>
          <a:lstStyle>
            <a:lvl1pPr marL="0" indent="0" algn="ctr">
              <a:lnSpc>
                <a:spcPct val="100000"/>
              </a:lnSpc>
              <a:buNone/>
              <a:defRPr sz="2200"/>
            </a:lvl1pPr>
            <a:lvl2pPr algn="ctr">
              <a:defRPr/>
            </a:lvl2pPr>
            <a:lvl3pPr algn="ctr">
              <a:defRPr/>
            </a:lvl3pPr>
            <a:lvl4pPr algn="ctr">
              <a:defRPr/>
            </a:lvl4pPr>
            <a:lvl5pPr algn="ctr">
              <a:defRPr/>
            </a:lvl5pPr>
          </a:lstStyle>
          <a:p>
            <a:pPr lvl="0"/>
            <a:r>
              <a:rPr lang="en-US"/>
              <a:t>Click to edit Master text styles</a:t>
            </a:r>
          </a:p>
        </p:txBody>
      </p:sp>
      <p:sp>
        <p:nvSpPr>
          <p:cNvPr id="17" name="Text Placeholder 16"/>
          <p:cNvSpPr>
            <a:spLocks noGrp="1"/>
          </p:cNvSpPr>
          <p:nvPr>
            <p:ph type="body" sz="quarter" idx="14"/>
          </p:nvPr>
        </p:nvSpPr>
        <p:spPr>
          <a:xfrm>
            <a:off x="854362" y="4784725"/>
            <a:ext cx="4331855" cy="276225"/>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200" b="1" cap="all" baseline="0" dirty="0" smtClean="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1pPr>
          </a:lstStyle>
          <a:p>
            <a:pPr marL="0" lvl="0" algn="ctr"/>
            <a:r>
              <a:rPr lang="en-US"/>
              <a:t>Click to edit Master text styles</a:t>
            </a:r>
          </a:p>
        </p:txBody>
      </p:sp>
      <p:cxnSp>
        <p:nvCxnSpPr>
          <p:cNvPr id="10" name="Straight Connector 9">
            <a:extLst>
              <a:ext uri="{C183D7F6-B498-43B3-948B-1728B52AA6E4}">
                <adec:decorative xmlns:adec="http://schemas.microsoft.com/office/drawing/2017/decorative" val="1"/>
              </a:ext>
            </a:extLst>
          </p:cNvPr>
          <p:cNvCxnSpPr/>
          <p:nvPr userDrawn="1"/>
        </p:nvCxnSpPr>
        <p:spPr>
          <a:xfrm>
            <a:off x="854363" y="2244437"/>
            <a:ext cx="4331855"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C183D7F6-B498-43B3-948B-1728B52AA6E4}">
                <adec:decorative xmlns:adec="http://schemas.microsoft.com/office/drawing/2017/decorative" val="1"/>
              </a:ext>
            </a:extLst>
          </p:cNvPr>
          <p:cNvCxnSpPr/>
          <p:nvPr userDrawn="1"/>
        </p:nvCxnSpPr>
        <p:spPr>
          <a:xfrm>
            <a:off x="854363" y="4668983"/>
            <a:ext cx="4331855"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288D66E9-C096-F7E5-4608-69F3BFAA0EA8}"/>
              </a:ext>
              <a:ext uri="{C183D7F6-B498-43B3-948B-1728B52AA6E4}">
                <adec:decorative xmlns:adec="http://schemas.microsoft.com/office/drawing/2017/decorative" val="1"/>
              </a:ext>
            </a:extLst>
          </p:cNvPr>
          <p:cNvGrpSpPr/>
          <p:nvPr userDrawn="1"/>
        </p:nvGrpSpPr>
        <p:grpSpPr>
          <a:xfrm>
            <a:off x="0" y="0"/>
            <a:ext cx="12192000" cy="397164"/>
            <a:chOff x="0" y="0"/>
            <a:chExt cx="12192000" cy="397164"/>
          </a:xfrm>
        </p:grpSpPr>
        <p:sp>
          <p:nvSpPr>
            <p:cNvPr id="8" name="Rectangle 7">
              <a:extLst>
                <a:ext uri="{FF2B5EF4-FFF2-40B4-BE49-F238E27FC236}">
                  <a16:creationId xmlns:a16="http://schemas.microsoft.com/office/drawing/2014/main" id="{0D20D476-3C3C-17FB-6B9D-62877266FDDD}"/>
                </a:ext>
              </a:extLst>
            </p:cNvPr>
            <p:cNvSpPr/>
            <p:nvPr userDrawn="1"/>
          </p:nvSpPr>
          <p:spPr>
            <a:xfrm>
              <a:off x="1" y="198582"/>
              <a:ext cx="3082197"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6A3B59E-EB98-37C9-ABAF-5F298CBCB50F}"/>
                </a:ext>
              </a:extLst>
            </p:cNvPr>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09ADF04-D661-134D-CEBE-7284FCA07F2A}"/>
                </a:ext>
              </a:extLst>
            </p:cNvPr>
            <p:cNvSpPr/>
            <p:nvPr userDrawn="1"/>
          </p:nvSpPr>
          <p:spPr>
            <a:xfrm>
              <a:off x="6097879" y="198582"/>
              <a:ext cx="3047061"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B66F9EB-2209-AA77-54BB-874DD2429227}"/>
                </a:ext>
              </a:extLst>
            </p:cNvPr>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E99F41D-6A52-4E41-CCC6-4F322B85979A}"/>
                </a:ext>
              </a:extLst>
            </p:cNvPr>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43317354"/>
      </p:ext>
    </p:extLst>
  </p:cSld>
  <p:clrMapOvr>
    <a:masterClrMapping/>
  </p:clrMapOvr>
  <p:transition spd="slow">
    <p:push dir="u"/>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Divider 1">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1550988" y="3461559"/>
            <a:ext cx="9070975" cy="598488"/>
          </a:xfrm>
        </p:spPr>
        <p:txBody>
          <a:bodyPr>
            <a:normAutofit/>
          </a:bodyPr>
          <a:lstStyle>
            <a:lvl1pPr marL="0" indent="0" algn="ctr">
              <a:buNone/>
              <a:defRPr sz="32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err="1"/>
              <a:t>Subheader</a:t>
            </a:r>
            <a:endParaRPr lang="en-US" dirty="0"/>
          </a:p>
        </p:txBody>
      </p:sp>
      <p:sp>
        <p:nvSpPr>
          <p:cNvPr id="2" name="Title 1"/>
          <p:cNvSpPr>
            <a:spLocks noGrp="1"/>
          </p:cNvSpPr>
          <p:nvPr>
            <p:ph type="title" hasCustomPrompt="1"/>
          </p:nvPr>
        </p:nvSpPr>
        <p:spPr>
          <a:xfrm>
            <a:off x="287591" y="2382981"/>
            <a:ext cx="11569729" cy="1046019"/>
          </a:xfrm>
        </p:spPr>
        <p:txBody>
          <a:bodyPr anchor="b">
            <a:normAutofit/>
          </a:bodyPr>
          <a:lstStyle>
            <a:lvl1pPr algn="ctr">
              <a:defRPr sz="6000" b="1" cap="all" baseline="0"/>
            </a:lvl1pPr>
          </a:lstStyle>
          <a:p>
            <a:r>
              <a:rPr lang="en-US" dirty="0"/>
              <a:t>SECTION DIVIDER</a:t>
            </a:r>
          </a:p>
        </p:txBody>
      </p:sp>
      <p:sp>
        <p:nvSpPr>
          <p:cNvPr id="3" name="Date Placeholder 2"/>
          <p:cNvSpPr>
            <a:spLocks noGrp="1"/>
          </p:cNvSpPr>
          <p:nvPr>
            <p:ph type="dt" sz="half" idx="10"/>
          </p:nvPr>
        </p:nvSpPr>
        <p:spPr>
          <a:xfrm>
            <a:off x="10751004" y="6335309"/>
            <a:ext cx="1181114" cy="250337"/>
          </a:xfrm>
        </p:spPr>
        <p:txBody>
          <a:bodyPr/>
          <a:lstStyle/>
          <a:p>
            <a:fld id="{5FDFC970-B950-4395-A833-47227D4A68CA}" type="datetime1">
              <a:rPr lang="en-US" smtClean="0"/>
              <a:t>7/10/2025</a:t>
            </a:fld>
            <a:endParaRPr lang="en-US" dirty="0"/>
          </a:p>
        </p:txBody>
      </p:sp>
      <p:sp>
        <p:nvSpPr>
          <p:cNvPr id="4" name="Footer Placeholder 3"/>
          <p:cNvSpPr>
            <a:spLocks noGrp="1"/>
          </p:cNvSpPr>
          <p:nvPr>
            <p:ph type="ftr" sz="quarter" idx="11"/>
          </p:nvPr>
        </p:nvSpPr>
        <p:spPr/>
        <p:txBody>
          <a:bodyPr/>
          <a:lstStyle/>
          <a:p>
            <a:r>
              <a:rPr lang="en-US"/>
              <a:t>PRESENTATION TITLE</a:t>
            </a:r>
            <a:endParaRPr lang="en-US" dirty="0"/>
          </a:p>
        </p:txBody>
      </p:sp>
      <p:sp>
        <p:nvSpPr>
          <p:cNvPr id="5" name="Slide Number Placeholder 4"/>
          <p:cNvSpPr>
            <a:spLocks noGrp="1"/>
          </p:cNvSpPr>
          <p:nvPr>
            <p:ph type="sldNum" sz="quarter" idx="12"/>
          </p:nvPr>
        </p:nvSpPr>
        <p:spPr/>
        <p:txBody>
          <a:bodyPr/>
          <a:lstStyle/>
          <a:p>
            <a:r>
              <a:rPr lang="en-US" dirty="0"/>
              <a:t>PAGE  </a:t>
            </a:r>
            <a:fld id="{93005692-73BE-493E-93AB-ECD6027A7652}" type="slidenum">
              <a:rPr lang="en-US" smtClean="0"/>
              <a:pPr/>
              <a:t>‹#›</a:t>
            </a:fld>
            <a:endParaRPr lang="en-US" dirty="0"/>
          </a:p>
        </p:txBody>
      </p:sp>
      <p:grpSp>
        <p:nvGrpSpPr>
          <p:cNvPr id="6" name="Group 5">
            <a:extLst>
              <a:ext uri="{FF2B5EF4-FFF2-40B4-BE49-F238E27FC236}">
                <a16:creationId xmlns:a16="http://schemas.microsoft.com/office/drawing/2014/main" id="{6BE3B45F-F7EF-7AC1-2F71-A8F707B474FE}"/>
              </a:ext>
              <a:ext uri="{C183D7F6-B498-43B3-948B-1728B52AA6E4}">
                <adec:decorative xmlns:adec="http://schemas.microsoft.com/office/drawing/2017/decorative" val="1"/>
              </a:ext>
            </a:extLst>
          </p:cNvPr>
          <p:cNvGrpSpPr/>
          <p:nvPr userDrawn="1"/>
        </p:nvGrpSpPr>
        <p:grpSpPr>
          <a:xfrm>
            <a:off x="0" y="0"/>
            <a:ext cx="12192000" cy="397164"/>
            <a:chOff x="0" y="0"/>
            <a:chExt cx="12192000" cy="397164"/>
          </a:xfrm>
        </p:grpSpPr>
        <p:sp>
          <p:nvSpPr>
            <p:cNvPr id="14" name="Rectangle 13">
              <a:extLst>
                <a:ext uri="{FF2B5EF4-FFF2-40B4-BE49-F238E27FC236}">
                  <a16:creationId xmlns:a16="http://schemas.microsoft.com/office/drawing/2014/main" id="{2E7FF446-A027-DF9C-2EF7-BB8A71A92C25}"/>
                </a:ext>
              </a:extLst>
            </p:cNvPr>
            <p:cNvSpPr/>
            <p:nvPr userDrawn="1"/>
          </p:nvSpPr>
          <p:spPr>
            <a:xfrm>
              <a:off x="1" y="198582"/>
              <a:ext cx="3082197"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64DBD243-4CC4-FC6A-A3EF-134F0475518A}"/>
                </a:ext>
              </a:extLst>
            </p:cNvPr>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51E8B32-A35D-0923-E7EE-4693F5A56614}"/>
                </a:ext>
              </a:extLst>
            </p:cNvPr>
            <p:cNvSpPr/>
            <p:nvPr userDrawn="1"/>
          </p:nvSpPr>
          <p:spPr>
            <a:xfrm>
              <a:off x="6097879" y="198582"/>
              <a:ext cx="3047061"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04998BE-5F59-2840-05C4-7AFCED90F6C7}"/>
                </a:ext>
              </a:extLst>
            </p:cNvPr>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71EFAE3-6B14-DE22-01D0-2E8AFF7CD36A}"/>
                </a:ext>
              </a:extLst>
            </p:cNvPr>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467728093"/>
      </p:ext>
    </p:extLst>
  </p:cSld>
  <p:clrMapOvr>
    <a:masterClrMapping/>
  </p:clrMapOvr>
  <p:transition spd="slow">
    <p:push dir="u"/>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ection Divider 2">
    <p:bg>
      <p:bgPr>
        <a:solidFill>
          <a:schemeClr val="accent3"/>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1550988" y="3461559"/>
            <a:ext cx="9070975" cy="598488"/>
          </a:xfrm>
        </p:spPr>
        <p:txBody>
          <a:bodyPr>
            <a:normAutofit/>
          </a:bodyPr>
          <a:lstStyle>
            <a:lvl1pPr marL="0" indent="0" algn="ctr">
              <a:buNone/>
              <a:defRPr sz="3200">
                <a:solidFill>
                  <a:schemeClr val="bg1"/>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err="1"/>
              <a:t>Subheader</a:t>
            </a:r>
            <a:endParaRPr lang="en-US" dirty="0"/>
          </a:p>
        </p:txBody>
      </p:sp>
      <p:sp>
        <p:nvSpPr>
          <p:cNvPr id="2" name="Title 1"/>
          <p:cNvSpPr>
            <a:spLocks noGrp="1"/>
          </p:cNvSpPr>
          <p:nvPr>
            <p:ph type="title" hasCustomPrompt="1"/>
          </p:nvPr>
        </p:nvSpPr>
        <p:spPr>
          <a:xfrm>
            <a:off x="287591" y="2382981"/>
            <a:ext cx="11569729" cy="1046019"/>
          </a:xfrm>
        </p:spPr>
        <p:txBody>
          <a:bodyPr anchor="b">
            <a:normAutofit/>
          </a:bodyPr>
          <a:lstStyle>
            <a:lvl1pPr algn="ctr">
              <a:defRPr sz="6000" b="1" cap="all" baseline="0">
                <a:solidFill>
                  <a:schemeClr val="bg1"/>
                </a:solidFill>
              </a:defRPr>
            </a:lvl1pPr>
          </a:lstStyle>
          <a:p>
            <a:r>
              <a:rPr lang="en-US" dirty="0"/>
              <a:t>SECTION DIVIDER</a:t>
            </a:r>
          </a:p>
        </p:txBody>
      </p:sp>
      <p:sp>
        <p:nvSpPr>
          <p:cNvPr id="3" name="Date Placeholder 2"/>
          <p:cNvSpPr>
            <a:spLocks noGrp="1"/>
          </p:cNvSpPr>
          <p:nvPr>
            <p:ph type="dt" sz="half" idx="10"/>
          </p:nvPr>
        </p:nvSpPr>
        <p:spPr>
          <a:xfrm>
            <a:off x="10751004" y="6335309"/>
            <a:ext cx="1181114" cy="250337"/>
          </a:xfrm>
        </p:spPr>
        <p:txBody>
          <a:bodyPr/>
          <a:lstStyle>
            <a:lvl1pPr>
              <a:defRPr>
                <a:solidFill>
                  <a:schemeClr val="bg1"/>
                </a:solidFill>
              </a:defRPr>
            </a:lvl1pPr>
          </a:lstStyle>
          <a:p>
            <a:fld id="{5FDFC970-B950-4395-A833-47227D4A68CA}" type="datetime1">
              <a:rPr lang="en-US" smtClean="0"/>
              <a:pPr/>
              <a:t>7/10/2025</a:t>
            </a:fld>
            <a:endParaRPr lang="en-US" dirty="0"/>
          </a:p>
        </p:txBody>
      </p:sp>
      <p:sp>
        <p:nvSpPr>
          <p:cNvPr id="4" name="Footer Placeholder 3"/>
          <p:cNvSpPr>
            <a:spLocks noGrp="1"/>
          </p:cNvSpPr>
          <p:nvPr>
            <p:ph type="ftr" sz="quarter" idx="11"/>
          </p:nvPr>
        </p:nvSpPr>
        <p:spPr/>
        <p:txBody>
          <a:bodyPr/>
          <a:lstStyle>
            <a:lvl1pPr>
              <a:defRPr>
                <a:solidFill>
                  <a:schemeClr val="bg1"/>
                </a:solidFill>
              </a:defRPr>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a:solidFill>
                  <a:schemeClr val="bg1"/>
                </a:solidFill>
              </a:defRPr>
            </a:lvl1pPr>
          </a:lstStyle>
          <a:p>
            <a:r>
              <a:rPr lang="en-US"/>
              <a:t>PAGE  </a:t>
            </a:r>
            <a:fld id="{93005692-73BE-493E-93AB-ECD6027A7652}" type="slidenum">
              <a:rPr lang="en-US" smtClean="0"/>
              <a:pPr/>
              <a:t>‹#›</a:t>
            </a:fld>
            <a:endParaRPr lang="en-US" dirty="0"/>
          </a:p>
        </p:txBody>
      </p:sp>
      <p:grpSp>
        <p:nvGrpSpPr>
          <p:cNvPr id="6" name="Group 5">
            <a:extLst>
              <a:ext uri="{FF2B5EF4-FFF2-40B4-BE49-F238E27FC236}">
                <a16:creationId xmlns:a16="http://schemas.microsoft.com/office/drawing/2014/main" id="{65364A90-0797-F96E-F770-FF1A12CE0207}"/>
              </a:ext>
              <a:ext uri="{C183D7F6-B498-43B3-948B-1728B52AA6E4}">
                <adec:decorative xmlns:adec="http://schemas.microsoft.com/office/drawing/2017/decorative" val="1"/>
              </a:ext>
            </a:extLst>
          </p:cNvPr>
          <p:cNvGrpSpPr/>
          <p:nvPr userDrawn="1"/>
        </p:nvGrpSpPr>
        <p:grpSpPr>
          <a:xfrm>
            <a:off x="0" y="0"/>
            <a:ext cx="12192000" cy="397164"/>
            <a:chOff x="0" y="0"/>
            <a:chExt cx="12192000" cy="397164"/>
          </a:xfrm>
        </p:grpSpPr>
        <p:sp>
          <p:nvSpPr>
            <p:cNvPr id="14" name="Rectangle 13">
              <a:extLst>
                <a:ext uri="{FF2B5EF4-FFF2-40B4-BE49-F238E27FC236}">
                  <a16:creationId xmlns:a16="http://schemas.microsoft.com/office/drawing/2014/main" id="{04350EA6-F3C3-B71A-2AE8-59D702686268}"/>
                </a:ext>
              </a:extLst>
            </p:cNvPr>
            <p:cNvSpPr/>
            <p:nvPr userDrawn="1"/>
          </p:nvSpPr>
          <p:spPr>
            <a:xfrm>
              <a:off x="1" y="198582"/>
              <a:ext cx="3082197"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DFD5CBB-2458-6136-9C90-A6C4B927AC9B}"/>
                </a:ext>
              </a:extLst>
            </p:cNvPr>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B84D87D-DBE9-B3EF-FFB3-C2AFE2A77403}"/>
                </a:ext>
              </a:extLst>
            </p:cNvPr>
            <p:cNvSpPr/>
            <p:nvPr userDrawn="1"/>
          </p:nvSpPr>
          <p:spPr>
            <a:xfrm>
              <a:off x="6097879" y="198582"/>
              <a:ext cx="3047061"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F1F04D2-CB9A-2272-4643-01B4FAAC4398}"/>
                </a:ext>
              </a:extLst>
            </p:cNvPr>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36161E2-6AF6-CD93-0C7B-DE95E53B4B4C}"/>
                </a:ext>
              </a:extLst>
            </p:cNvPr>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666828729"/>
      </p:ext>
    </p:extLst>
  </p:cSld>
  <p:clrMapOvr>
    <a:masterClrMapping/>
  </p:clrMapOvr>
  <p:transition spd="slow">
    <p:push dir="u"/>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ection Divider 3">
    <p:bg>
      <p:bgPr>
        <a:solidFill>
          <a:schemeClr val="tx1"/>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1550988" y="3461559"/>
            <a:ext cx="9070975" cy="598488"/>
          </a:xfrm>
        </p:spPr>
        <p:txBody>
          <a:bodyPr>
            <a:normAutofit/>
          </a:bodyPr>
          <a:lstStyle>
            <a:lvl1pPr marL="0" indent="0" algn="ctr">
              <a:buNone/>
              <a:defRPr sz="3200">
                <a:solidFill>
                  <a:schemeClr val="bg1"/>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err="1"/>
              <a:t>Subheader</a:t>
            </a:r>
            <a:endParaRPr lang="en-US" dirty="0"/>
          </a:p>
        </p:txBody>
      </p:sp>
      <p:sp>
        <p:nvSpPr>
          <p:cNvPr id="2" name="Title 1"/>
          <p:cNvSpPr>
            <a:spLocks noGrp="1"/>
          </p:cNvSpPr>
          <p:nvPr>
            <p:ph type="title" hasCustomPrompt="1"/>
          </p:nvPr>
        </p:nvSpPr>
        <p:spPr>
          <a:xfrm>
            <a:off x="287591" y="2382981"/>
            <a:ext cx="11569729" cy="1046019"/>
          </a:xfrm>
        </p:spPr>
        <p:txBody>
          <a:bodyPr anchor="b">
            <a:normAutofit/>
          </a:bodyPr>
          <a:lstStyle>
            <a:lvl1pPr algn="ctr">
              <a:defRPr sz="6000" b="1" cap="all" baseline="0">
                <a:solidFill>
                  <a:schemeClr val="bg1"/>
                </a:solidFill>
              </a:defRPr>
            </a:lvl1pPr>
          </a:lstStyle>
          <a:p>
            <a:r>
              <a:rPr lang="en-US" dirty="0"/>
              <a:t>SECTION DIVIDER</a:t>
            </a:r>
          </a:p>
        </p:txBody>
      </p:sp>
      <p:sp>
        <p:nvSpPr>
          <p:cNvPr id="3" name="Date Placeholder 2"/>
          <p:cNvSpPr>
            <a:spLocks noGrp="1"/>
          </p:cNvSpPr>
          <p:nvPr>
            <p:ph type="dt" sz="half" idx="10"/>
          </p:nvPr>
        </p:nvSpPr>
        <p:spPr>
          <a:xfrm>
            <a:off x="10751004" y="6335309"/>
            <a:ext cx="1181114" cy="250337"/>
          </a:xfrm>
        </p:spPr>
        <p:txBody>
          <a:bodyPr/>
          <a:lstStyle>
            <a:lvl1pPr>
              <a:defRPr>
                <a:solidFill>
                  <a:schemeClr val="bg1"/>
                </a:solidFill>
              </a:defRPr>
            </a:lvl1pPr>
          </a:lstStyle>
          <a:p>
            <a:fld id="{5FDFC970-B950-4395-A833-47227D4A68CA}" type="datetime1">
              <a:rPr lang="en-US" smtClean="0"/>
              <a:pPr/>
              <a:t>7/10/2025</a:t>
            </a:fld>
            <a:endParaRPr lang="en-US" dirty="0"/>
          </a:p>
        </p:txBody>
      </p:sp>
      <p:sp>
        <p:nvSpPr>
          <p:cNvPr id="4" name="Footer Placeholder 3"/>
          <p:cNvSpPr>
            <a:spLocks noGrp="1"/>
          </p:cNvSpPr>
          <p:nvPr>
            <p:ph type="ftr" sz="quarter" idx="11"/>
          </p:nvPr>
        </p:nvSpPr>
        <p:spPr/>
        <p:txBody>
          <a:bodyPr/>
          <a:lstStyle>
            <a:lvl1pPr>
              <a:defRPr>
                <a:solidFill>
                  <a:schemeClr val="bg1"/>
                </a:solidFill>
              </a:defRPr>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a:solidFill>
                  <a:schemeClr val="bg1"/>
                </a:solidFill>
              </a:defRPr>
            </a:lvl1pPr>
          </a:lstStyle>
          <a:p>
            <a:r>
              <a:rPr lang="en-US" dirty="0"/>
              <a:t>PAGE  </a:t>
            </a:r>
            <a:fld id="{93005692-73BE-493E-93AB-ECD6027A7652}" type="slidenum">
              <a:rPr lang="en-US" smtClean="0"/>
              <a:pPr/>
              <a:t>‹#›</a:t>
            </a:fld>
            <a:endParaRPr lang="en-US" dirty="0"/>
          </a:p>
        </p:txBody>
      </p:sp>
      <p:grpSp>
        <p:nvGrpSpPr>
          <p:cNvPr id="6" name="Group 5">
            <a:extLst>
              <a:ext uri="{FF2B5EF4-FFF2-40B4-BE49-F238E27FC236}">
                <a16:creationId xmlns:a16="http://schemas.microsoft.com/office/drawing/2014/main" id="{0AAC575D-0FA9-A38D-9797-156B5AA8A138}"/>
              </a:ext>
              <a:ext uri="{C183D7F6-B498-43B3-948B-1728B52AA6E4}">
                <adec:decorative xmlns:adec="http://schemas.microsoft.com/office/drawing/2017/decorative" val="1"/>
              </a:ext>
            </a:extLst>
          </p:cNvPr>
          <p:cNvGrpSpPr/>
          <p:nvPr userDrawn="1"/>
        </p:nvGrpSpPr>
        <p:grpSpPr>
          <a:xfrm>
            <a:off x="0" y="0"/>
            <a:ext cx="12192000" cy="397164"/>
            <a:chOff x="0" y="0"/>
            <a:chExt cx="12192000" cy="397164"/>
          </a:xfrm>
        </p:grpSpPr>
        <p:sp>
          <p:nvSpPr>
            <p:cNvPr id="14" name="Rectangle 13">
              <a:extLst>
                <a:ext uri="{FF2B5EF4-FFF2-40B4-BE49-F238E27FC236}">
                  <a16:creationId xmlns:a16="http://schemas.microsoft.com/office/drawing/2014/main" id="{572D70FB-ADA6-5E6E-29B1-A1623DE361B1}"/>
                </a:ext>
              </a:extLst>
            </p:cNvPr>
            <p:cNvSpPr/>
            <p:nvPr userDrawn="1"/>
          </p:nvSpPr>
          <p:spPr>
            <a:xfrm>
              <a:off x="1" y="198582"/>
              <a:ext cx="3082197"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A40349B-8324-5C56-8910-78C4E6366CCD}"/>
                </a:ext>
              </a:extLst>
            </p:cNvPr>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D12A301-E6DF-7760-3D01-B0933E87104E}"/>
                </a:ext>
              </a:extLst>
            </p:cNvPr>
            <p:cNvSpPr/>
            <p:nvPr userDrawn="1"/>
          </p:nvSpPr>
          <p:spPr>
            <a:xfrm>
              <a:off x="6097879" y="198582"/>
              <a:ext cx="3047061"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5F068C1-6FE1-DFD6-F0F5-A3F1F8A8E5CD}"/>
                </a:ext>
              </a:extLst>
            </p:cNvPr>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93460B5-979B-9830-988B-CA56409C364F}"/>
                </a:ext>
              </a:extLst>
            </p:cNvPr>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035022777"/>
      </p:ext>
    </p:extLst>
  </p:cSld>
  <p:clrMapOvr>
    <a:masterClrMapping/>
  </p:clrMapOvr>
  <p:transition spd="slow">
    <p:push dir="u"/>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Closing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57225" y="4581236"/>
            <a:ext cx="10877550" cy="1597891"/>
          </a:xfrm>
          <a:noFill/>
        </p:spPr>
        <p:txBody>
          <a:bodyPr wrap="square" rtlCol="0" anchor="ctr" anchorCtr="1">
            <a:noAutofit/>
          </a:bodyPr>
          <a:lstStyle>
            <a:lvl1pPr algn="ctr">
              <a:defRPr lang="en-US" sz="1800" b="0" i="0" cap="none" baseline="0">
                <a:solidFill>
                  <a:schemeClr val="tx1"/>
                </a:solidFill>
                <a:latin typeface="Verdana" charset="0"/>
                <a:ea typeface="Verdana" charset="0"/>
                <a:cs typeface="Verdana" charset="0"/>
              </a:defRPr>
            </a:lvl1pPr>
          </a:lstStyle>
          <a:p>
            <a:pPr marL="0" lvl="0" algn="ctr">
              <a:lnSpc>
                <a:spcPct val="75000"/>
              </a:lnSpc>
            </a:pPr>
            <a:r>
              <a:rPr lang="en-US" dirty="0"/>
              <a:t>Click to edit master closing slide</a:t>
            </a:r>
          </a:p>
        </p:txBody>
      </p:sp>
      <p:sp>
        <p:nvSpPr>
          <p:cNvPr id="6" name="Date Placeholder 5"/>
          <p:cNvSpPr>
            <a:spLocks noGrp="1"/>
          </p:cNvSpPr>
          <p:nvPr>
            <p:ph type="dt" sz="half" idx="10"/>
          </p:nvPr>
        </p:nvSpPr>
        <p:spPr>
          <a:xfrm>
            <a:off x="10751004" y="6335309"/>
            <a:ext cx="1181114" cy="250337"/>
          </a:xfrm>
        </p:spPr>
        <p:txBody>
          <a:bodyPr/>
          <a:lstStyle/>
          <a:p>
            <a:fld id="{75D660D7-90CE-4513-A3CE-C070B9421917}" type="datetime1">
              <a:rPr lang="en-US" smtClean="0"/>
              <a:t>7/10/2025</a:t>
            </a:fld>
            <a:endParaRPr lang="en-US" dirty="0"/>
          </a:p>
        </p:txBody>
      </p:sp>
      <p:sp>
        <p:nvSpPr>
          <p:cNvPr id="10" name="Footer Placeholder 9"/>
          <p:cNvSpPr>
            <a:spLocks noGrp="1"/>
          </p:cNvSpPr>
          <p:nvPr>
            <p:ph type="ftr" sz="quarter" idx="11"/>
          </p:nvPr>
        </p:nvSpPr>
        <p:spPr/>
        <p:txBody>
          <a:bodyPr/>
          <a:lstStyle/>
          <a:p>
            <a:r>
              <a:rPr lang="en-US"/>
              <a:t>PRESENTATION TITLE</a:t>
            </a:r>
            <a:endParaRPr lang="en-US" dirty="0"/>
          </a:p>
        </p:txBody>
      </p:sp>
      <p:sp>
        <p:nvSpPr>
          <p:cNvPr id="11" name="Slide Number Placeholder 10"/>
          <p:cNvSpPr>
            <a:spLocks noGrp="1"/>
          </p:cNvSpPr>
          <p:nvPr>
            <p:ph type="sldNum" sz="quarter" idx="12"/>
          </p:nvPr>
        </p:nvSpPr>
        <p:spPr/>
        <p:txBody>
          <a:bodyPr/>
          <a:lstStyle/>
          <a:p>
            <a:r>
              <a:rPr lang="en-US" dirty="0"/>
              <a:t>PAGE  </a:t>
            </a:r>
            <a:fld id="{93005692-73BE-493E-93AB-ECD6027A7652}" type="slidenum">
              <a:rPr lang="en-US" smtClean="0"/>
              <a:pPr/>
              <a:t>‹#›</a:t>
            </a:fld>
            <a:endParaRPr lang="en-US" dirty="0"/>
          </a:p>
        </p:txBody>
      </p:sp>
      <p:pic>
        <p:nvPicPr>
          <p:cNvPr id="4" name="Picture 3" descr="University of Waterloo Faculty of Engineering logo">
            <a:extLst>
              <a:ext uri="{FF2B5EF4-FFF2-40B4-BE49-F238E27FC236}">
                <a16:creationId xmlns:a16="http://schemas.microsoft.com/office/drawing/2014/main" id="{08F22C7D-C1E2-3043-B369-F9AA670BFC5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047927" y="985586"/>
            <a:ext cx="6096143" cy="4075200"/>
          </a:xfrm>
          <a:prstGeom prst="rect">
            <a:avLst/>
          </a:prstGeom>
        </p:spPr>
      </p:pic>
      <p:grpSp>
        <p:nvGrpSpPr>
          <p:cNvPr id="3" name="Group 2">
            <a:extLst>
              <a:ext uri="{FF2B5EF4-FFF2-40B4-BE49-F238E27FC236}">
                <a16:creationId xmlns:a16="http://schemas.microsoft.com/office/drawing/2014/main" id="{07CA9BB1-9C2E-4569-BE1D-5D7F529E6166}"/>
              </a:ext>
              <a:ext uri="{C183D7F6-B498-43B3-948B-1728B52AA6E4}">
                <adec:decorative xmlns:adec="http://schemas.microsoft.com/office/drawing/2017/decorative" val="1"/>
              </a:ext>
            </a:extLst>
          </p:cNvPr>
          <p:cNvGrpSpPr/>
          <p:nvPr userDrawn="1"/>
        </p:nvGrpSpPr>
        <p:grpSpPr>
          <a:xfrm>
            <a:off x="0" y="0"/>
            <a:ext cx="12192000" cy="397164"/>
            <a:chOff x="0" y="0"/>
            <a:chExt cx="12192000" cy="397164"/>
          </a:xfrm>
        </p:grpSpPr>
        <p:sp>
          <p:nvSpPr>
            <p:cNvPr id="5" name="Rectangle 4">
              <a:extLst>
                <a:ext uri="{FF2B5EF4-FFF2-40B4-BE49-F238E27FC236}">
                  <a16:creationId xmlns:a16="http://schemas.microsoft.com/office/drawing/2014/main" id="{CA410A60-FA9B-1ECF-958F-BC27BB5C2E95}"/>
                </a:ext>
              </a:extLst>
            </p:cNvPr>
            <p:cNvSpPr/>
            <p:nvPr userDrawn="1"/>
          </p:nvSpPr>
          <p:spPr>
            <a:xfrm>
              <a:off x="1" y="198582"/>
              <a:ext cx="3082197"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CC5613F-FE3A-A7CF-B132-7779C8C132EE}"/>
                </a:ext>
              </a:extLst>
            </p:cNvPr>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EE9D1A7-9583-C584-47EB-0627750BD7CF}"/>
                </a:ext>
              </a:extLst>
            </p:cNvPr>
            <p:cNvSpPr/>
            <p:nvPr userDrawn="1"/>
          </p:nvSpPr>
          <p:spPr>
            <a:xfrm>
              <a:off x="6097879" y="198582"/>
              <a:ext cx="3047061"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6D6DCD87-2E74-CDA8-1BA0-3DE81AD3380C}"/>
                </a:ext>
              </a:extLst>
            </p:cNvPr>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FD214E4-DEB6-B4CF-DF1D-A1A345D13201}"/>
                </a:ext>
              </a:extLst>
            </p:cNvPr>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69677358"/>
      </p:ext>
    </p:extLst>
  </p:cSld>
  <p:clrMapOvr>
    <a:masterClrMapping/>
  </p:clrMapOvr>
  <p:transition spd="slow">
    <p:push dir="u"/>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Closing Slide_AL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33425" y="4682836"/>
            <a:ext cx="10725150" cy="1559782"/>
          </a:xfrm>
          <a:noFill/>
        </p:spPr>
        <p:txBody>
          <a:bodyPr wrap="square" rtlCol="0" anchor="ctr" anchorCtr="1">
            <a:noAutofit/>
          </a:bodyPr>
          <a:lstStyle>
            <a:lvl1pPr marL="0" algn="ctr">
              <a:lnSpc>
                <a:spcPct val="75000"/>
              </a:lnSpc>
              <a:defRPr lang="en-US" sz="1800" b="0" i="0">
                <a:solidFill>
                  <a:schemeClr val="bg1">
                    <a:alpha val="81000"/>
                  </a:schemeClr>
                </a:solidFill>
                <a:latin typeface="Verdana" charset="0"/>
                <a:ea typeface="Verdana" charset="0"/>
                <a:cs typeface="Verdana" charset="0"/>
              </a:defRPr>
            </a:lvl1pPr>
          </a:lstStyle>
          <a:p>
            <a:pPr marL="0" lvl="0" algn="ctr">
              <a:lnSpc>
                <a:spcPct val="75000"/>
              </a:lnSpc>
            </a:pPr>
            <a:r>
              <a:rPr lang="en-US" dirty="0"/>
              <a:t>Click to edit master closing slide</a:t>
            </a:r>
          </a:p>
        </p:txBody>
      </p:sp>
      <p:sp>
        <p:nvSpPr>
          <p:cNvPr id="6" name="Date Placeholder 5"/>
          <p:cNvSpPr>
            <a:spLocks noGrp="1"/>
          </p:cNvSpPr>
          <p:nvPr>
            <p:ph type="dt" sz="half" idx="10"/>
          </p:nvPr>
        </p:nvSpPr>
        <p:spPr>
          <a:xfrm>
            <a:off x="10751004" y="6335309"/>
            <a:ext cx="1181114" cy="250337"/>
          </a:xfrm>
        </p:spPr>
        <p:txBody>
          <a:bodyPr/>
          <a:lstStyle>
            <a:lvl1pPr>
              <a:defRPr>
                <a:solidFill>
                  <a:schemeClr val="bg1"/>
                </a:solidFill>
              </a:defRPr>
            </a:lvl1pPr>
          </a:lstStyle>
          <a:p>
            <a:fld id="{0A368D4B-3D0A-49AB-8EA2-2DC8CB4594DB}" type="datetime1">
              <a:rPr lang="en-US" smtClean="0"/>
              <a:pPr/>
              <a:t>7/10/2025</a:t>
            </a:fld>
            <a:endParaRPr lang="en-US" dirty="0"/>
          </a:p>
        </p:txBody>
      </p:sp>
      <p:sp>
        <p:nvSpPr>
          <p:cNvPr id="7" name="Footer Placeholder 6"/>
          <p:cNvSpPr>
            <a:spLocks noGrp="1"/>
          </p:cNvSpPr>
          <p:nvPr>
            <p:ph type="ftr" sz="quarter" idx="11"/>
          </p:nvPr>
        </p:nvSpPr>
        <p:spPr/>
        <p:txBody>
          <a:bodyPr/>
          <a:lstStyle>
            <a:lvl1pPr>
              <a:defRPr>
                <a:solidFill>
                  <a:schemeClr val="bg1"/>
                </a:solidFill>
              </a:defRPr>
            </a:lvl1pPr>
          </a:lstStyle>
          <a:p>
            <a:r>
              <a:rPr lang="en-US" dirty="0"/>
              <a:t>PRESENTATION TITLE</a:t>
            </a:r>
            <a:endParaRPr lang="en-US" dirty="0">
              <a:solidFill>
                <a:schemeClr val="bg1"/>
              </a:solidFill>
            </a:endParaRPr>
          </a:p>
        </p:txBody>
      </p:sp>
      <p:sp>
        <p:nvSpPr>
          <p:cNvPr id="8" name="Slide Number Placeholder 7"/>
          <p:cNvSpPr>
            <a:spLocks noGrp="1"/>
          </p:cNvSpPr>
          <p:nvPr>
            <p:ph type="sldNum" sz="quarter" idx="12"/>
          </p:nvPr>
        </p:nvSpPr>
        <p:spPr/>
        <p:txBody>
          <a:bodyPr/>
          <a:lstStyle>
            <a:lvl1pPr>
              <a:defRPr>
                <a:solidFill>
                  <a:schemeClr val="bg1"/>
                </a:solidFill>
              </a:defRPr>
            </a:lvl1pPr>
          </a:lstStyle>
          <a:p>
            <a:r>
              <a:rPr lang="en-US" dirty="0"/>
              <a:t>PAGE  </a:t>
            </a:r>
            <a:fld id="{93005692-73BE-493E-93AB-ECD6027A7652}" type="slidenum">
              <a:rPr lang="en-US" smtClean="0"/>
              <a:pPr/>
              <a:t>‹#›</a:t>
            </a:fld>
            <a:endParaRPr lang="en-US" dirty="0"/>
          </a:p>
        </p:txBody>
      </p:sp>
      <p:pic>
        <p:nvPicPr>
          <p:cNvPr id="5" name="Picture 4" descr="University of Waterloo Faculty of Engineering logo">
            <a:extLst>
              <a:ext uri="{FF2B5EF4-FFF2-40B4-BE49-F238E27FC236}">
                <a16:creationId xmlns:a16="http://schemas.microsoft.com/office/drawing/2014/main" id="{B312827E-EAC5-3946-AC23-03E04566DDA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047928" y="985586"/>
            <a:ext cx="6096143" cy="4075200"/>
          </a:xfrm>
          <a:prstGeom prst="rect">
            <a:avLst/>
          </a:prstGeom>
          <a:effectLst/>
        </p:spPr>
      </p:pic>
      <p:grpSp>
        <p:nvGrpSpPr>
          <p:cNvPr id="3" name="Group 2">
            <a:extLst>
              <a:ext uri="{FF2B5EF4-FFF2-40B4-BE49-F238E27FC236}">
                <a16:creationId xmlns:a16="http://schemas.microsoft.com/office/drawing/2014/main" id="{B8C08A7A-273E-2AF6-423F-B3A31B4E870C}"/>
              </a:ext>
              <a:ext uri="{C183D7F6-B498-43B3-948B-1728B52AA6E4}">
                <adec:decorative xmlns:adec="http://schemas.microsoft.com/office/drawing/2017/decorative" val="1"/>
              </a:ext>
            </a:extLst>
          </p:cNvPr>
          <p:cNvGrpSpPr/>
          <p:nvPr userDrawn="1"/>
        </p:nvGrpSpPr>
        <p:grpSpPr>
          <a:xfrm>
            <a:off x="0" y="0"/>
            <a:ext cx="12192000" cy="397164"/>
            <a:chOff x="0" y="0"/>
            <a:chExt cx="12192000" cy="397164"/>
          </a:xfrm>
        </p:grpSpPr>
        <p:sp>
          <p:nvSpPr>
            <p:cNvPr id="4" name="Rectangle 3">
              <a:extLst>
                <a:ext uri="{FF2B5EF4-FFF2-40B4-BE49-F238E27FC236}">
                  <a16:creationId xmlns:a16="http://schemas.microsoft.com/office/drawing/2014/main" id="{26364F3F-3B82-84E7-CBE7-02C3AEE04520}"/>
                </a:ext>
              </a:extLst>
            </p:cNvPr>
            <p:cNvSpPr/>
            <p:nvPr userDrawn="1"/>
          </p:nvSpPr>
          <p:spPr>
            <a:xfrm>
              <a:off x="1" y="198582"/>
              <a:ext cx="3082197"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0B8ADAC-7828-B63A-D5DA-453F6E05F127}"/>
                </a:ext>
              </a:extLst>
            </p:cNvPr>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D015563-E92F-C342-9A7D-30F6A4E8A031}"/>
                </a:ext>
              </a:extLst>
            </p:cNvPr>
            <p:cNvSpPr/>
            <p:nvPr userDrawn="1"/>
          </p:nvSpPr>
          <p:spPr>
            <a:xfrm>
              <a:off x="6097879" y="198582"/>
              <a:ext cx="3047061"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6A7D1E3D-066D-CE3E-D814-48C37B5F91F3}"/>
                </a:ext>
              </a:extLst>
            </p:cNvPr>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511196A-9E52-FC64-5031-EB102393BE10}"/>
                </a:ext>
              </a:extLst>
            </p:cNvPr>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722082862"/>
      </p:ext>
    </p:extLst>
  </p:cSld>
  <p:clrMapOvr>
    <a:masterClrMapping/>
  </p:clrMapOvr>
  <p:transition spd="slow">
    <p:push dir="u"/>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losing Slide_Y+W_ALT">
    <p:bg>
      <p:bgPr>
        <a:solidFill>
          <a:schemeClr val="tx1"/>
        </a:solidFill>
        <a:effectLst/>
      </p:bgPr>
    </p:bg>
    <p:spTree>
      <p:nvGrpSpPr>
        <p:cNvPr id="1" name=""/>
        <p:cNvGrpSpPr/>
        <p:nvPr/>
      </p:nvGrpSpPr>
      <p:grpSpPr>
        <a:xfrm>
          <a:off x="0" y="0"/>
          <a:ext cx="0" cy="0"/>
          <a:chOff x="0" y="0"/>
          <a:chExt cx="0" cy="0"/>
        </a:xfrm>
      </p:grpSpPr>
      <p:sp>
        <p:nvSpPr>
          <p:cNvPr id="6" name="Date Placeholder 5"/>
          <p:cNvSpPr>
            <a:spLocks noGrp="1"/>
          </p:cNvSpPr>
          <p:nvPr>
            <p:ph type="dt" sz="half" idx="10"/>
          </p:nvPr>
        </p:nvSpPr>
        <p:spPr>
          <a:xfrm>
            <a:off x="10751004" y="6335309"/>
            <a:ext cx="1181114" cy="250337"/>
          </a:xfrm>
        </p:spPr>
        <p:txBody>
          <a:bodyPr/>
          <a:lstStyle>
            <a:lvl1pPr>
              <a:defRPr>
                <a:solidFill>
                  <a:schemeClr val="bg1"/>
                </a:solidFill>
              </a:defRPr>
            </a:lvl1pPr>
          </a:lstStyle>
          <a:p>
            <a:fld id="{0A368D4B-3D0A-49AB-8EA2-2DC8CB4594DB}" type="datetime1">
              <a:rPr lang="en-US" smtClean="0"/>
              <a:pPr/>
              <a:t>7/10/2025</a:t>
            </a:fld>
            <a:endParaRPr lang="en-US" dirty="0"/>
          </a:p>
        </p:txBody>
      </p:sp>
      <p:sp>
        <p:nvSpPr>
          <p:cNvPr id="7" name="Footer Placeholder 6"/>
          <p:cNvSpPr>
            <a:spLocks noGrp="1"/>
          </p:cNvSpPr>
          <p:nvPr>
            <p:ph type="ftr" sz="quarter" idx="11"/>
          </p:nvPr>
        </p:nvSpPr>
        <p:spPr/>
        <p:txBody>
          <a:bodyPr/>
          <a:lstStyle>
            <a:lvl1pPr>
              <a:defRPr>
                <a:solidFill>
                  <a:schemeClr val="bg1"/>
                </a:solidFill>
              </a:defRPr>
            </a:lvl1pPr>
          </a:lstStyle>
          <a:p>
            <a:r>
              <a:rPr lang="en-US" dirty="0"/>
              <a:t>PRESENTATION TITLE</a:t>
            </a:r>
            <a:endParaRPr lang="en-US" dirty="0">
              <a:solidFill>
                <a:schemeClr val="bg1"/>
              </a:solidFill>
            </a:endParaRPr>
          </a:p>
        </p:txBody>
      </p:sp>
      <p:sp>
        <p:nvSpPr>
          <p:cNvPr id="8" name="Slide Number Placeholder 7"/>
          <p:cNvSpPr>
            <a:spLocks noGrp="1"/>
          </p:cNvSpPr>
          <p:nvPr>
            <p:ph type="sldNum" sz="quarter" idx="12"/>
          </p:nvPr>
        </p:nvSpPr>
        <p:spPr/>
        <p:txBody>
          <a:bodyPr/>
          <a:lstStyle>
            <a:lvl1pPr>
              <a:defRPr>
                <a:solidFill>
                  <a:schemeClr val="bg1"/>
                </a:solidFill>
              </a:defRPr>
            </a:lvl1pPr>
          </a:lstStyle>
          <a:p>
            <a:r>
              <a:rPr lang="en-US" dirty="0"/>
              <a:t>PAGE  </a:t>
            </a:r>
            <a:fld id="{93005692-73BE-493E-93AB-ECD6027A7652}" type="slidenum">
              <a:rPr lang="en-US" smtClean="0"/>
              <a:pPr/>
              <a:t>‹#›</a:t>
            </a:fld>
            <a:endParaRPr lang="en-US" dirty="0"/>
          </a:p>
        </p:txBody>
      </p:sp>
      <p:pic>
        <p:nvPicPr>
          <p:cNvPr id="5" name="Picture 4" descr="University of Waterloo Faculty of Engineering logo">
            <a:extLst>
              <a:ext uri="{FF2B5EF4-FFF2-40B4-BE49-F238E27FC236}">
                <a16:creationId xmlns:a16="http://schemas.microsoft.com/office/drawing/2014/main" id="{B312827E-EAC5-3946-AC23-03E04566DDA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047928" y="799131"/>
            <a:ext cx="6096143" cy="4075200"/>
          </a:xfrm>
          <a:prstGeom prst="rect">
            <a:avLst/>
          </a:prstGeom>
          <a:effectLst/>
        </p:spPr>
      </p:pic>
      <p:pic>
        <p:nvPicPr>
          <p:cNvPr id="16" name="Picture 15" descr="YOU+WATERLOO">
            <a:extLst>
              <a:ext uri="{FF2B5EF4-FFF2-40B4-BE49-F238E27FC236}">
                <a16:creationId xmlns:a16="http://schemas.microsoft.com/office/drawing/2014/main" id="{447C4EF9-A5C2-5947-9C94-BD3C8A011B26}"/>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5187315" y="4854114"/>
            <a:ext cx="1817370" cy="514350"/>
          </a:xfrm>
          <a:prstGeom prst="rect">
            <a:avLst/>
          </a:prstGeom>
        </p:spPr>
      </p:pic>
      <p:pic>
        <p:nvPicPr>
          <p:cNvPr id="17" name="Picture 16">
            <a:extLst>
              <a:ext uri="{FF2B5EF4-FFF2-40B4-BE49-F238E27FC236}">
                <a16:creationId xmlns:a16="http://schemas.microsoft.com/office/drawing/2014/main" id="{AB13A5EE-7ACD-F44B-B9D4-9E14E16B8E14}"/>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4237482" y="5539328"/>
            <a:ext cx="3717036" cy="243459"/>
          </a:xfrm>
          <a:prstGeom prst="rect">
            <a:avLst/>
          </a:prstGeom>
        </p:spPr>
      </p:pic>
      <p:grpSp>
        <p:nvGrpSpPr>
          <p:cNvPr id="2" name="Group 1">
            <a:extLst>
              <a:ext uri="{FF2B5EF4-FFF2-40B4-BE49-F238E27FC236}">
                <a16:creationId xmlns:a16="http://schemas.microsoft.com/office/drawing/2014/main" id="{65551F98-0A77-9BFF-9522-8E7ECCBB75CF}"/>
              </a:ext>
              <a:ext uri="{C183D7F6-B498-43B3-948B-1728B52AA6E4}">
                <adec:decorative xmlns:adec="http://schemas.microsoft.com/office/drawing/2017/decorative" val="1"/>
              </a:ext>
            </a:extLst>
          </p:cNvPr>
          <p:cNvGrpSpPr/>
          <p:nvPr userDrawn="1"/>
        </p:nvGrpSpPr>
        <p:grpSpPr>
          <a:xfrm>
            <a:off x="0" y="0"/>
            <a:ext cx="12192000" cy="397164"/>
            <a:chOff x="0" y="0"/>
            <a:chExt cx="12192000" cy="397164"/>
          </a:xfrm>
        </p:grpSpPr>
        <p:sp>
          <p:nvSpPr>
            <p:cNvPr id="3" name="Rectangle 2">
              <a:extLst>
                <a:ext uri="{FF2B5EF4-FFF2-40B4-BE49-F238E27FC236}">
                  <a16:creationId xmlns:a16="http://schemas.microsoft.com/office/drawing/2014/main" id="{E1BD5278-A732-132E-D1BB-5FC1F8CDD5E2}"/>
                </a:ext>
              </a:extLst>
            </p:cNvPr>
            <p:cNvSpPr/>
            <p:nvPr userDrawn="1"/>
          </p:nvSpPr>
          <p:spPr>
            <a:xfrm>
              <a:off x="1" y="198582"/>
              <a:ext cx="3082197"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0BF4F076-A524-9C72-246E-4632FB7B6835}"/>
                </a:ext>
              </a:extLst>
            </p:cNvPr>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6966D408-FB48-5753-CC50-CD16F619FAFA}"/>
                </a:ext>
              </a:extLst>
            </p:cNvPr>
            <p:cNvSpPr/>
            <p:nvPr userDrawn="1"/>
          </p:nvSpPr>
          <p:spPr>
            <a:xfrm>
              <a:off x="6097879" y="198582"/>
              <a:ext cx="3047061"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B35BE29-48EB-34E3-E99E-5D6ECC453C11}"/>
                </a:ext>
              </a:extLst>
            </p:cNvPr>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F53627FE-0E92-6205-F722-7C260F139C8A}"/>
                </a:ext>
              </a:extLst>
            </p:cNvPr>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721874654"/>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1" name="Picture 10" descr="University of Waterloo Faculty of Engineering logo">
            <a:extLst>
              <a:ext uri="{FF2B5EF4-FFF2-40B4-BE49-F238E27FC236}">
                <a16:creationId xmlns:a16="http://schemas.microsoft.com/office/drawing/2014/main" id="{75D18FC7-EB3D-A142-853C-7A6BC4BDE92C}"/>
              </a:ext>
            </a:extLst>
          </p:cNvPr>
          <p:cNvPicPr>
            <a:picLocks noChangeAspect="1"/>
          </p:cNvPicPr>
          <p:nvPr userDrawn="1"/>
        </p:nvPicPr>
        <p:blipFill>
          <a:blip r:embed="rId23" cstate="hqprint">
            <a:extLst>
              <a:ext uri="{28A0092B-C50C-407E-A947-70E740481C1C}">
                <a14:useLocalDpi xmlns:a14="http://schemas.microsoft.com/office/drawing/2010/main" val="0"/>
              </a:ext>
            </a:extLst>
          </a:blip>
          <a:srcRect/>
          <a:stretch/>
        </p:blipFill>
        <p:spPr>
          <a:xfrm>
            <a:off x="8819902" y="5992113"/>
            <a:ext cx="3262499" cy="896736"/>
          </a:xfrm>
          <a:prstGeom prst="rect">
            <a:avLst/>
          </a:prstGeom>
        </p:spPr>
      </p:pic>
      <p:sp>
        <p:nvSpPr>
          <p:cNvPr id="2" name="Title Placeholder 1"/>
          <p:cNvSpPr>
            <a:spLocks noGrp="1"/>
          </p:cNvSpPr>
          <p:nvPr>
            <p:ph type="title"/>
          </p:nvPr>
        </p:nvSpPr>
        <p:spPr>
          <a:xfrm>
            <a:off x="259883" y="434108"/>
            <a:ext cx="11569729" cy="89592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59882" y="1413163"/>
            <a:ext cx="11569729" cy="45951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38014" y="6335309"/>
            <a:ext cx="1181114" cy="250337"/>
          </a:xfrm>
          <a:prstGeom prst="rect">
            <a:avLst/>
          </a:prstGeom>
        </p:spPr>
        <p:txBody>
          <a:bodyPr vert="horz" lIns="91440" tIns="45720" rIns="91440" bIns="45720" rtlCol="0" anchor="ctr"/>
          <a:lstStyle>
            <a:lvl1pPr algn="ctr">
              <a:defRPr sz="10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5FDFC970-B950-4395-A833-47227D4A68CA}" type="datetime1">
              <a:rPr lang="en-US" smtClean="0"/>
              <a:t>7/10/2025</a:t>
            </a:fld>
            <a:endParaRPr lang="en-US" dirty="0"/>
          </a:p>
        </p:txBody>
      </p:sp>
      <p:sp>
        <p:nvSpPr>
          <p:cNvPr id="5" name="Footer Placeholder 4"/>
          <p:cNvSpPr>
            <a:spLocks noGrp="1"/>
          </p:cNvSpPr>
          <p:nvPr>
            <p:ph type="ftr" sz="quarter" idx="3"/>
          </p:nvPr>
        </p:nvSpPr>
        <p:spPr>
          <a:xfrm>
            <a:off x="259882" y="6335309"/>
            <a:ext cx="5226517" cy="250337"/>
          </a:xfrm>
          <a:prstGeom prst="rect">
            <a:avLst/>
          </a:prstGeom>
        </p:spPr>
        <p:txBody>
          <a:bodyPr vert="horz" lIns="91440" tIns="45720" rIns="91440" bIns="45720" rtlCol="0" anchor="ctr"/>
          <a:lstStyle>
            <a:lvl1pPr algn="l">
              <a:defRPr sz="10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US"/>
              <a:t>PRESENTATION TITLE</a:t>
            </a:r>
            <a:endParaRPr lang="en-US" dirty="0"/>
          </a:p>
        </p:txBody>
      </p:sp>
      <p:sp>
        <p:nvSpPr>
          <p:cNvPr id="6" name="Slide Number Placeholder 5"/>
          <p:cNvSpPr>
            <a:spLocks noGrp="1"/>
          </p:cNvSpPr>
          <p:nvPr>
            <p:ph type="sldNum" sz="quarter" idx="4"/>
          </p:nvPr>
        </p:nvSpPr>
        <p:spPr>
          <a:xfrm>
            <a:off x="5588000" y="6335309"/>
            <a:ext cx="1016000" cy="250337"/>
          </a:xfrm>
          <a:prstGeom prst="rect">
            <a:avLst/>
          </a:prstGeom>
        </p:spPr>
        <p:txBody>
          <a:bodyPr vert="horz" lIns="91440" tIns="45720" rIns="91440" bIns="45720" rtlCol="0" anchor="ctr"/>
          <a:lstStyle>
            <a:lvl1pPr algn="ctr">
              <a:defRPr sz="10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US" dirty="0"/>
              <a:t>PAGE  </a:t>
            </a:r>
            <a:fld id="{93005692-73BE-493E-93AB-ECD6027A7652}" type="slidenum">
              <a:rPr lang="en-US" smtClean="0"/>
              <a:pPr/>
              <a:t>‹#›</a:t>
            </a:fld>
            <a:endParaRPr lang="en-US" dirty="0"/>
          </a:p>
        </p:txBody>
      </p:sp>
      <p:grpSp>
        <p:nvGrpSpPr>
          <p:cNvPr id="9" name="Group 8">
            <a:extLst>
              <a:ext uri="{C183D7F6-B498-43B3-948B-1728B52AA6E4}">
                <adec:decorative xmlns:adec="http://schemas.microsoft.com/office/drawing/2017/decorative" val="1"/>
              </a:ext>
            </a:extLst>
          </p:cNvPr>
          <p:cNvGrpSpPr/>
          <p:nvPr userDrawn="1"/>
        </p:nvGrpSpPr>
        <p:grpSpPr>
          <a:xfrm>
            <a:off x="0" y="0"/>
            <a:ext cx="12192000" cy="397164"/>
            <a:chOff x="0" y="0"/>
            <a:chExt cx="12192000" cy="397164"/>
          </a:xfrm>
        </p:grpSpPr>
        <p:sp>
          <p:nvSpPr>
            <p:cNvPr id="16" name="Rectangle 15"/>
            <p:cNvSpPr/>
            <p:nvPr userDrawn="1"/>
          </p:nvSpPr>
          <p:spPr>
            <a:xfrm>
              <a:off x="1" y="198582"/>
              <a:ext cx="3082197"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userDrawn="1"/>
          </p:nvSpPr>
          <p:spPr>
            <a:xfrm>
              <a:off x="6097879" y="198582"/>
              <a:ext cx="3047061"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73700157"/>
      </p:ext>
    </p:extLst>
  </p:cSld>
  <p:clrMap bg1="lt1" tx1="dk1" bg2="lt2" tx2="dk2" accent1="accent1" accent2="accent2" accent3="accent3" accent4="accent4" accent5="accent5" accent6="accent6" hlink="hlink" folHlink="folHlink"/>
  <p:sldLayoutIdLst>
    <p:sldLayoutId id="2147483669" r:id="rId1"/>
    <p:sldLayoutId id="2147483714" r:id="rId2"/>
    <p:sldLayoutId id="2147483715" r:id="rId3"/>
    <p:sldLayoutId id="2147483716" r:id="rId4"/>
    <p:sldLayoutId id="2147483670" r:id="rId5"/>
    <p:sldLayoutId id="2147483693" r:id="rId6"/>
    <p:sldLayoutId id="2147483671" r:id="rId7"/>
    <p:sldLayoutId id="2147483690" r:id="rId8"/>
    <p:sldLayoutId id="2147483672" r:id="rId9"/>
    <p:sldLayoutId id="2147483673" r:id="rId10"/>
    <p:sldLayoutId id="2147483674" r:id="rId11"/>
    <p:sldLayoutId id="2147483675" r:id="rId12"/>
    <p:sldLayoutId id="2147483710" r:id="rId13"/>
    <p:sldLayoutId id="2147483717" r:id="rId14"/>
    <p:sldLayoutId id="2147483718" r:id="rId15"/>
    <p:sldLayoutId id="2147483719" r:id="rId16"/>
    <p:sldLayoutId id="2147483720" r:id="rId17"/>
    <p:sldLayoutId id="2147483721" r:id="rId18"/>
    <p:sldLayoutId id="2147483712" r:id="rId19"/>
    <p:sldLayoutId id="2147483713" r:id="rId20"/>
    <p:sldLayoutId id="2147483723" r:id="rId21"/>
  </p:sldLayoutIdLst>
  <p:transition spd="slow">
    <p:push dir="u"/>
  </p:transition>
  <p:hf hdr="0" dt="0"/>
  <p:txStyles>
    <p:titleStyle>
      <a:lvl1pPr algn="l" defTabSz="914400" rtl="0" eaLnBrk="1" latinLnBrk="0" hangingPunct="1">
        <a:lnSpc>
          <a:spcPct val="85000"/>
        </a:lnSpc>
        <a:spcBef>
          <a:spcPct val="0"/>
        </a:spcBef>
        <a:buNone/>
        <a:defRPr sz="3600" b="1" kern="1200" spc="50" baseline="0">
          <a:solidFill>
            <a:schemeClr val="tx1"/>
          </a:solidFill>
          <a:latin typeface="+mj-lt"/>
          <a:ea typeface="+mj-ea"/>
          <a:cs typeface="+mj-cs"/>
        </a:defRPr>
      </a:lvl1pPr>
    </p:titleStyle>
    <p:bodyStyle>
      <a:lvl1pPr marL="288925" indent="-288925" algn="l" defTabSz="914400" rtl="0" eaLnBrk="1" latinLnBrk="0" hangingPunct="1">
        <a:lnSpc>
          <a:spcPct val="100000"/>
        </a:lnSpc>
        <a:spcBef>
          <a:spcPts val="800"/>
        </a:spcBef>
        <a:spcAft>
          <a:spcPts val="800"/>
        </a:spcAft>
        <a:buClr>
          <a:schemeClr val="tx1"/>
        </a:buClr>
        <a:buSzPct val="85000"/>
        <a:buFont typeface="Wingdings" charset="2"/>
        <a:buChar char="§"/>
        <a:defRPr sz="2400" kern="1200">
          <a:solidFill>
            <a:schemeClr val="tx1"/>
          </a:solidFill>
          <a:latin typeface="+mn-lt"/>
          <a:ea typeface="+mn-ea"/>
          <a:cs typeface="+mn-cs"/>
        </a:defRPr>
      </a:lvl1pPr>
      <a:lvl2pPr marL="685800" indent="-228600" algn="l" defTabSz="914400" rtl="0" eaLnBrk="1" latinLnBrk="0" hangingPunct="1">
        <a:lnSpc>
          <a:spcPct val="100000"/>
        </a:lnSpc>
        <a:spcBef>
          <a:spcPts val="800"/>
        </a:spcBef>
        <a:spcAft>
          <a:spcPts val="800"/>
        </a:spcAft>
        <a:buClr>
          <a:schemeClr val="tx1"/>
        </a:buClr>
        <a:buSzPct val="85000"/>
        <a:buFont typeface="Wingdings" charset="2"/>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800"/>
        </a:spcBef>
        <a:spcAft>
          <a:spcPts val="800"/>
        </a:spcAft>
        <a:buClr>
          <a:schemeClr val="tx1"/>
        </a:buClr>
        <a:buSzPct val="85000"/>
        <a:buFont typeface="Wingdings" charset="2"/>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800"/>
        </a:spcBef>
        <a:spcAft>
          <a:spcPts val="800"/>
        </a:spcAft>
        <a:buClr>
          <a:schemeClr val="tx1"/>
        </a:buClr>
        <a:buSzPct val="85000"/>
        <a:buFont typeface="Wingdings" charset="2"/>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800"/>
        </a:spcBef>
        <a:spcAft>
          <a:spcPts val="800"/>
        </a:spcAft>
        <a:buClr>
          <a:schemeClr val="tx1"/>
        </a:buClr>
        <a:buSzPct val="85000"/>
        <a:buFont typeface="Wingdings" charset="2"/>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Research Progress Update</a:t>
            </a:r>
          </a:p>
        </p:txBody>
      </p:sp>
      <p:sp>
        <p:nvSpPr>
          <p:cNvPr id="3" name="Subtitle 2"/>
          <p:cNvSpPr>
            <a:spLocks noGrp="1"/>
          </p:cNvSpPr>
          <p:nvPr>
            <p:ph type="subTitle" idx="1"/>
          </p:nvPr>
        </p:nvSpPr>
        <p:spPr/>
        <p:txBody>
          <a:bodyPr>
            <a:normAutofit/>
          </a:bodyPr>
          <a:lstStyle/>
          <a:p>
            <a:r>
              <a:rPr lang="en-US" dirty="0"/>
              <a:t>Fateme Mohammad Mohammadi,</a:t>
            </a:r>
            <a:br>
              <a:rPr lang="en-US" dirty="0"/>
            </a:br>
            <a:r>
              <a:rPr lang="en-US" dirty="0"/>
              <a:t>Chemical Engineering</a:t>
            </a:r>
          </a:p>
        </p:txBody>
      </p:sp>
      <p:sp>
        <p:nvSpPr>
          <p:cNvPr id="10" name="Date Placeholder 9"/>
          <p:cNvSpPr>
            <a:spLocks noGrp="1"/>
          </p:cNvSpPr>
          <p:nvPr>
            <p:ph type="dt" sz="half" idx="10"/>
          </p:nvPr>
        </p:nvSpPr>
        <p:spPr/>
        <p:txBody>
          <a:bodyPr/>
          <a:lstStyle/>
          <a:p>
            <a:r>
              <a:rPr lang="en-US" dirty="0"/>
              <a:t>7/4/2025</a:t>
            </a:r>
          </a:p>
        </p:txBody>
      </p:sp>
    </p:spTree>
    <p:extLst>
      <p:ext uri="{BB962C8B-B14F-4D97-AF65-F5344CB8AC3E}">
        <p14:creationId xmlns:p14="http://schemas.microsoft.com/office/powerpoint/2010/main" val="114863653"/>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AAE9F-E7D6-3F6A-EB23-542E3B553A0F}"/>
              </a:ext>
            </a:extLst>
          </p:cNvPr>
          <p:cNvSpPr>
            <a:spLocks noGrp="1"/>
          </p:cNvSpPr>
          <p:nvPr>
            <p:ph type="title"/>
          </p:nvPr>
        </p:nvSpPr>
        <p:spPr/>
        <p:txBody>
          <a:bodyPr/>
          <a:lstStyle/>
          <a:p>
            <a:r>
              <a:rPr lang="en-US" dirty="0"/>
              <a:t>Loss – </a:t>
            </a:r>
            <a:r>
              <a:rPr lang="fa-IR" dirty="0"/>
              <a:t>برای </a:t>
            </a:r>
            <a:r>
              <a:rPr lang="en-US" dirty="0"/>
              <a:t>A, B, b </a:t>
            </a:r>
            <a:r>
              <a:rPr lang="fa-IR" dirty="0"/>
              <a:t>مطابق با قسمت دوم خطی</a:t>
            </a:r>
            <a:endParaRPr lang="en-US" dirty="0"/>
          </a:p>
        </p:txBody>
      </p:sp>
      <p:sp>
        <p:nvSpPr>
          <p:cNvPr id="4" name="Footer Placeholder 3">
            <a:extLst>
              <a:ext uri="{FF2B5EF4-FFF2-40B4-BE49-F238E27FC236}">
                <a16:creationId xmlns:a16="http://schemas.microsoft.com/office/drawing/2014/main" id="{87077139-1C8D-F415-E5C6-12C6F9355994}"/>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75BD89E6-F707-60E5-2ED1-C2A4A735600B}"/>
              </a:ext>
            </a:extLst>
          </p:cNvPr>
          <p:cNvSpPr>
            <a:spLocks noGrp="1"/>
          </p:cNvSpPr>
          <p:nvPr>
            <p:ph type="sldNum" sz="quarter" idx="12"/>
          </p:nvPr>
        </p:nvSpPr>
        <p:spPr/>
        <p:txBody>
          <a:bodyPr/>
          <a:lstStyle/>
          <a:p>
            <a:r>
              <a:rPr lang="en-US"/>
              <a:t>PAGE  </a:t>
            </a:r>
            <a:fld id="{93005692-73BE-493E-93AB-ECD6027A7652}" type="slidenum">
              <a:rPr lang="en-US" smtClean="0"/>
              <a:pPr/>
              <a:t>2</a:t>
            </a:fld>
            <a:endParaRPr lang="en-US" dirty="0"/>
          </a:p>
        </p:txBody>
      </p:sp>
      <p:pic>
        <p:nvPicPr>
          <p:cNvPr id="9" name="Content Placeholder 8">
            <a:extLst>
              <a:ext uri="{FF2B5EF4-FFF2-40B4-BE49-F238E27FC236}">
                <a16:creationId xmlns:a16="http://schemas.microsoft.com/office/drawing/2014/main" id="{1F1797C8-2308-6F40-555A-15EA09B43E8E}"/>
              </a:ext>
            </a:extLst>
          </p:cNvPr>
          <p:cNvPicPr>
            <a:picLocks noGrp="1" noChangeAspect="1"/>
          </p:cNvPicPr>
          <p:nvPr>
            <p:ph idx="1"/>
          </p:nvPr>
        </p:nvPicPr>
        <p:blipFill>
          <a:blip r:embed="rId2"/>
          <a:stretch>
            <a:fillRect/>
          </a:stretch>
        </p:blipFill>
        <p:spPr>
          <a:xfrm>
            <a:off x="1553550" y="1412875"/>
            <a:ext cx="8983299" cy="4595813"/>
          </a:xfrm>
        </p:spPr>
      </p:pic>
    </p:spTree>
    <p:extLst>
      <p:ext uri="{BB962C8B-B14F-4D97-AF65-F5344CB8AC3E}">
        <p14:creationId xmlns:p14="http://schemas.microsoft.com/office/powerpoint/2010/main" val="2712622648"/>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AF5D0-F671-4C83-F31A-3506F4A40057}"/>
              </a:ext>
            </a:extLst>
          </p:cNvPr>
          <p:cNvSpPr>
            <a:spLocks noGrp="1"/>
          </p:cNvSpPr>
          <p:nvPr>
            <p:ph type="title"/>
          </p:nvPr>
        </p:nvSpPr>
        <p:spPr/>
        <p:txBody>
          <a:bodyPr/>
          <a:lstStyle/>
          <a:p>
            <a:endParaRPr lang="en-US"/>
          </a:p>
        </p:txBody>
      </p:sp>
      <p:pic>
        <p:nvPicPr>
          <p:cNvPr id="7" name="Content Placeholder 6">
            <a:extLst>
              <a:ext uri="{FF2B5EF4-FFF2-40B4-BE49-F238E27FC236}">
                <a16:creationId xmlns:a16="http://schemas.microsoft.com/office/drawing/2014/main" id="{66317417-5C9B-5795-88F1-E11268E57C92}"/>
              </a:ext>
            </a:extLst>
          </p:cNvPr>
          <p:cNvPicPr>
            <a:picLocks noGrp="1" noChangeAspect="1"/>
          </p:cNvPicPr>
          <p:nvPr>
            <p:ph idx="1"/>
          </p:nvPr>
        </p:nvPicPr>
        <p:blipFill>
          <a:blip r:embed="rId2"/>
          <a:stretch>
            <a:fillRect/>
          </a:stretch>
        </p:blipFill>
        <p:spPr>
          <a:xfrm>
            <a:off x="1660028" y="1412875"/>
            <a:ext cx="8770343" cy="4595813"/>
          </a:xfrm>
        </p:spPr>
      </p:pic>
      <p:sp>
        <p:nvSpPr>
          <p:cNvPr id="4" name="Footer Placeholder 3">
            <a:extLst>
              <a:ext uri="{FF2B5EF4-FFF2-40B4-BE49-F238E27FC236}">
                <a16:creationId xmlns:a16="http://schemas.microsoft.com/office/drawing/2014/main" id="{6732276F-9273-D906-D985-A0ED02198457}"/>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8EF60D6D-1850-DDD1-1FE8-7BB263C7F7CD}"/>
              </a:ext>
            </a:extLst>
          </p:cNvPr>
          <p:cNvSpPr>
            <a:spLocks noGrp="1"/>
          </p:cNvSpPr>
          <p:nvPr>
            <p:ph type="sldNum" sz="quarter" idx="12"/>
          </p:nvPr>
        </p:nvSpPr>
        <p:spPr/>
        <p:txBody>
          <a:bodyPr/>
          <a:lstStyle/>
          <a:p>
            <a:r>
              <a:rPr lang="en-US"/>
              <a:t>PAGE  </a:t>
            </a:r>
            <a:fld id="{93005692-73BE-493E-93AB-ECD6027A7652}" type="slidenum">
              <a:rPr lang="en-US" smtClean="0"/>
              <a:pPr/>
              <a:t>3</a:t>
            </a:fld>
            <a:endParaRPr lang="en-US" dirty="0"/>
          </a:p>
        </p:txBody>
      </p:sp>
    </p:spTree>
    <p:extLst>
      <p:ext uri="{BB962C8B-B14F-4D97-AF65-F5344CB8AC3E}">
        <p14:creationId xmlns:p14="http://schemas.microsoft.com/office/powerpoint/2010/main" val="2322924851"/>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64B03-949E-0920-127E-37EE31B7668A}"/>
              </a:ext>
            </a:extLst>
          </p:cNvPr>
          <p:cNvSpPr>
            <a:spLocks noGrp="1"/>
          </p:cNvSpPr>
          <p:nvPr>
            <p:ph type="title"/>
          </p:nvPr>
        </p:nvSpPr>
        <p:spPr/>
        <p:txBody>
          <a:bodyPr>
            <a:normAutofit fontScale="90000"/>
          </a:bodyPr>
          <a:lstStyle/>
          <a:p>
            <a:r>
              <a:rPr lang="en-US" dirty="0"/>
              <a:t>No use of sigmoid, use both linearized constraints for whole range</a:t>
            </a:r>
          </a:p>
        </p:txBody>
      </p:sp>
      <p:pic>
        <p:nvPicPr>
          <p:cNvPr id="7" name="Content Placeholder 6">
            <a:extLst>
              <a:ext uri="{FF2B5EF4-FFF2-40B4-BE49-F238E27FC236}">
                <a16:creationId xmlns:a16="http://schemas.microsoft.com/office/drawing/2014/main" id="{03AB6AF2-2F51-FB09-70D8-896D94B99B7D}"/>
              </a:ext>
            </a:extLst>
          </p:cNvPr>
          <p:cNvPicPr>
            <a:picLocks noGrp="1" noChangeAspect="1"/>
          </p:cNvPicPr>
          <p:nvPr>
            <p:ph idx="1"/>
          </p:nvPr>
        </p:nvPicPr>
        <p:blipFill>
          <a:blip r:embed="rId2"/>
          <a:stretch>
            <a:fillRect/>
          </a:stretch>
        </p:blipFill>
        <p:spPr>
          <a:xfrm>
            <a:off x="1298881" y="1412875"/>
            <a:ext cx="9492638" cy="4595813"/>
          </a:xfrm>
        </p:spPr>
      </p:pic>
      <p:sp>
        <p:nvSpPr>
          <p:cNvPr id="4" name="Footer Placeholder 3">
            <a:extLst>
              <a:ext uri="{FF2B5EF4-FFF2-40B4-BE49-F238E27FC236}">
                <a16:creationId xmlns:a16="http://schemas.microsoft.com/office/drawing/2014/main" id="{7EA31895-8E01-BC8F-16DC-572F5B1C7EDD}"/>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478D8EE1-556F-4A5A-F4B7-DB7216C9B154}"/>
              </a:ext>
            </a:extLst>
          </p:cNvPr>
          <p:cNvSpPr>
            <a:spLocks noGrp="1"/>
          </p:cNvSpPr>
          <p:nvPr>
            <p:ph type="sldNum" sz="quarter" idx="12"/>
          </p:nvPr>
        </p:nvSpPr>
        <p:spPr/>
        <p:txBody>
          <a:bodyPr/>
          <a:lstStyle/>
          <a:p>
            <a:r>
              <a:rPr lang="en-US"/>
              <a:t>PAGE  </a:t>
            </a:r>
            <a:fld id="{93005692-73BE-493E-93AB-ECD6027A7652}" type="slidenum">
              <a:rPr lang="en-US" smtClean="0"/>
              <a:pPr/>
              <a:t>4</a:t>
            </a:fld>
            <a:endParaRPr lang="en-US" dirty="0"/>
          </a:p>
        </p:txBody>
      </p:sp>
    </p:spTree>
    <p:extLst>
      <p:ext uri="{BB962C8B-B14F-4D97-AF65-F5344CB8AC3E}">
        <p14:creationId xmlns:p14="http://schemas.microsoft.com/office/powerpoint/2010/main" val="2183693827"/>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A9097-1B2C-EC6F-4EF8-F6F385BBA51F}"/>
              </a:ext>
            </a:extLst>
          </p:cNvPr>
          <p:cNvSpPr>
            <a:spLocks noGrp="1"/>
          </p:cNvSpPr>
          <p:nvPr>
            <p:ph type="title"/>
          </p:nvPr>
        </p:nvSpPr>
        <p:spPr/>
        <p:txBody>
          <a:bodyPr>
            <a:normAutofit fontScale="90000"/>
          </a:bodyPr>
          <a:lstStyle/>
          <a:p>
            <a:r>
              <a:rPr lang="en-US" dirty="0"/>
              <a:t>No use of sigmoid, use both linearized constraints for whole range</a:t>
            </a:r>
          </a:p>
        </p:txBody>
      </p:sp>
      <p:pic>
        <p:nvPicPr>
          <p:cNvPr id="7" name="Content Placeholder 6">
            <a:extLst>
              <a:ext uri="{FF2B5EF4-FFF2-40B4-BE49-F238E27FC236}">
                <a16:creationId xmlns:a16="http://schemas.microsoft.com/office/drawing/2014/main" id="{E6243901-992F-E64A-B5A7-65AA59BEFBAE}"/>
              </a:ext>
            </a:extLst>
          </p:cNvPr>
          <p:cNvPicPr>
            <a:picLocks noGrp="1" noChangeAspect="1"/>
          </p:cNvPicPr>
          <p:nvPr>
            <p:ph idx="1"/>
          </p:nvPr>
        </p:nvPicPr>
        <p:blipFill>
          <a:blip r:embed="rId3"/>
          <a:stretch>
            <a:fillRect/>
          </a:stretch>
        </p:blipFill>
        <p:spPr>
          <a:xfrm>
            <a:off x="1488170" y="1412875"/>
            <a:ext cx="9114060" cy="4595813"/>
          </a:xfrm>
        </p:spPr>
      </p:pic>
      <p:sp>
        <p:nvSpPr>
          <p:cNvPr id="4" name="Footer Placeholder 3">
            <a:extLst>
              <a:ext uri="{FF2B5EF4-FFF2-40B4-BE49-F238E27FC236}">
                <a16:creationId xmlns:a16="http://schemas.microsoft.com/office/drawing/2014/main" id="{9D23975B-E9FE-3615-9C41-0676306412FC}"/>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25E30A13-C329-A2E9-92CC-B7B9329C3B2C}"/>
              </a:ext>
            </a:extLst>
          </p:cNvPr>
          <p:cNvSpPr>
            <a:spLocks noGrp="1"/>
          </p:cNvSpPr>
          <p:nvPr>
            <p:ph type="sldNum" sz="quarter" idx="12"/>
          </p:nvPr>
        </p:nvSpPr>
        <p:spPr/>
        <p:txBody>
          <a:bodyPr/>
          <a:lstStyle/>
          <a:p>
            <a:r>
              <a:rPr lang="en-US"/>
              <a:t>PAGE  </a:t>
            </a:r>
            <a:fld id="{93005692-73BE-493E-93AB-ECD6027A7652}" type="slidenum">
              <a:rPr lang="en-US" smtClean="0"/>
              <a:pPr/>
              <a:t>5</a:t>
            </a:fld>
            <a:endParaRPr lang="en-US" dirty="0"/>
          </a:p>
        </p:txBody>
      </p:sp>
    </p:spTree>
    <p:extLst>
      <p:ext uri="{BB962C8B-B14F-4D97-AF65-F5344CB8AC3E}">
        <p14:creationId xmlns:p14="http://schemas.microsoft.com/office/powerpoint/2010/main" val="2717437899"/>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B28A0-CB7A-6DEC-B81E-B1731028A8B3}"/>
              </a:ext>
            </a:extLst>
          </p:cNvPr>
          <p:cNvSpPr>
            <a:spLocks noGrp="1"/>
          </p:cNvSpPr>
          <p:nvPr>
            <p:ph type="title"/>
          </p:nvPr>
        </p:nvSpPr>
        <p:spPr/>
        <p:txBody>
          <a:bodyPr>
            <a:normAutofit fontScale="90000"/>
          </a:bodyPr>
          <a:lstStyle/>
          <a:p>
            <a:r>
              <a:rPr lang="en-US" dirty="0"/>
              <a:t>No use of sigmoid, use both linearized constraints for whole range</a:t>
            </a:r>
          </a:p>
        </p:txBody>
      </p:sp>
      <p:pic>
        <p:nvPicPr>
          <p:cNvPr id="7" name="Content Placeholder 6">
            <a:extLst>
              <a:ext uri="{FF2B5EF4-FFF2-40B4-BE49-F238E27FC236}">
                <a16:creationId xmlns:a16="http://schemas.microsoft.com/office/drawing/2014/main" id="{7DCF6361-E96B-C55F-DA9D-E6BF0BB35FFC}"/>
              </a:ext>
            </a:extLst>
          </p:cNvPr>
          <p:cNvPicPr>
            <a:picLocks noGrp="1" noChangeAspect="1"/>
          </p:cNvPicPr>
          <p:nvPr>
            <p:ph idx="1"/>
          </p:nvPr>
        </p:nvPicPr>
        <p:blipFill>
          <a:blip r:embed="rId2"/>
          <a:stretch>
            <a:fillRect/>
          </a:stretch>
        </p:blipFill>
        <p:spPr>
          <a:xfrm>
            <a:off x="3022542" y="1412875"/>
            <a:ext cx="6045315" cy="4595813"/>
          </a:xfrm>
        </p:spPr>
      </p:pic>
      <p:sp>
        <p:nvSpPr>
          <p:cNvPr id="4" name="Footer Placeholder 3">
            <a:extLst>
              <a:ext uri="{FF2B5EF4-FFF2-40B4-BE49-F238E27FC236}">
                <a16:creationId xmlns:a16="http://schemas.microsoft.com/office/drawing/2014/main" id="{B6111BF7-5AE8-D304-F96C-5C68FD56A505}"/>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88AFDA07-964E-12C6-9BBB-C41D31B7B55F}"/>
              </a:ext>
            </a:extLst>
          </p:cNvPr>
          <p:cNvSpPr>
            <a:spLocks noGrp="1"/>
          </p:cNvSpPr>
          <p:nvPr>
            <p:ph type="sldNum" sz="quarter" idx="12"/>
          </p:nvPr>
        </p:nvSpPr>
        <p:spPr/>
        <p:txBody>
          <a:bodyPr/>
          <a:lstStyle/>
          <a:p>
            <a:r>
              <a:rPr lang="en-US"/>
              <a:t>PAGE  </a:t>
            </a:r>
            <a:fld id="{93005692-73BE-493E-93AB-ECD6027A7652}" type="slidenum">
              <a:rPr lang="en-US" smtClean="0"/>
              <a:pPr/>
              <a:t>6</a:t>
            </a:fld>
            <a:endParaRPr lang="en-US" dirty="0"/>
          </a:p>
        </p:txBody>
      </p:sp>
    </p:spTree>
    <p:extLst>
      <p:ext uri="{BB962C8B-B14F-4D97-AF65-F5344CB8AC3E}">
        <p14:creationId xmlns:p14="http://schemas.microsoft.com/office/powerpoint/2010/main" val="2597736843"/>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79607-E433-793F-340E-5F5EEAFBE8FD}"/>
              </a:ext>
            </a:extLst>
          </p:cNvPr>
          <p:cNvSpPr>
            <a:spLocks noGrp="1"/>
          </p:cNvSpPr>
          <p:nvPr>
            <p:ph type="title"/>
          </p:nvPr>
        </p:nvSpPr>
        <p:spPr/>
        <p:txBody>
          <a:bodyPr/>
          <a:lstStyle/>
          <a:p>
            <a:r>
              <a:rPr lang="en-US" dirty="0"/>
              <a:t>No use of sigmoid, use second half linearized constraint</a:t>
            </a:r>
          </a:p>
        </p:txBody>
      </p:sp>
      <p:pic>
        <p:nvPicPr>
          <p:cNvPr id="7" name="Content Placeholder 6">
            <a:extLst>
              <a:ext uri="{FF2B5EF4-FFF2-40B4-BE49-F238E27FC236}">
                <a16:creationId xmlns:a16="http://schemas.microsoft.com/office/drawing/2014/main" id="{11003918-CA92-1186-8539-46A5530B65B5}"/>
              </a:ext>
            </a:extLst>
          </p:cNvPr>
          <p:cNvPicPr>
            <a:picLocks noGrp="1" noChangeAspect="1"/>
          </p:cNvPicPr>
          <p:nvPr>
            <p:ph idx="1"/>
          </p:nvPr>
        </p:nvPicPr>
        <p:blipFill>
          <a:blip r:embed="rId2"/>
          <a:stretch>
            <a:fillRect/>
          </a:stretch>
        </p:blipFill>
        <p:spPr>
          <a:xfrm>
            <a:off x="1587071" y="1412875"/>
            <a:ext cx="8916257" cy="4595813"/>
          </a:xfrm>
        </p:spPr>
      </p:pic>
      <p:sp>
        <p:nvSpPr>
          <p:cNvPr id="4" name="Footer Placeholder 3">
            <a:extLst>
              <a:ext uri="{FF2B5EF4-FFF2-40B4-BE49-F238E27FC236}">
                <a16:creationId xmlns:a16="http://schemas.microsoft.com/office/drawing/2014/main" id="{96862743-5D05-5268-98BC-F0026D67D230}"/>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ED8E3FF0-C7A7-6E60-4E94-0AC458911B66}"/>
              </a:ext>
            </a:extLst>
          </p:cNvPr>
          <p:cNvSpPr>
            <a:spLocks noGrp="1"/>
          </p:cNvSpPr>
          <p:nvPr>
            <p:ph type="sldNum" sz="quarter" idx="12"/>
          </p:nvPr>
        </p:nvSpPr>
        <p:spPr/>
        <p:txBody>
          <a:bodyPr/>
          <a:lstStyle/>
          <a:p>
            <a:r>
              <a:rPr lang="en-US"/>
              <a:t>PAGE  </a:t>
            </a:r>
            <a:fld id="{93005692-73BE-493E-93AB-ECD6027A7652}" type="slidenum">
              <a:rPr lang="en-US" smtClean="0"/>
              <a:pPr/>
              <a:t>7</a:t>
            </a:fld>
            <a:endParaRPr lang="en-US" dirty="0"/>
          </a:p>
        </p:txBody>
      </p:sp>
    </p:spTree>
    <p:extLst>
      <p:ext uri="{BB962C8B-B14F-4D97-AF65-F5344CB8AC3E}">
        <p14:creationId xmlns:p14="http://schemas.microsoft.com/office/powerpoint/2010/main" val="948392088"/>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09474-3B2B-9BB0-5E79-95943BB7AC52}"/>
              </a:ext>
            </a:extLst>
          </p:cNvPr>
          <p:cNvSpPr>
            <a:spLocks noGrp="1"/>
          </p:cNvSpPr>
          <p:nvPr>
            <p:ph type="title"/>
          </p:nvPr>
        </p:nvSpPr>
        <p:spPr/>
        <p:txBody>
          <a:bodyPr/>
          <a:lstStyle/>
          <a:p>
            <a:r>
              <a:rPr lang="en-US" dirty="0"/>
              <a:t>No use of sigmoid, use second half linearized constraint</a:t>
            </a:r>
          </a:p>
        </p:txBody>
      </p:sp>
      <p:pic>
        <p:nvPicPr>
          <p:cNvPr id="7" name="Content Placeholder 6">
            <a:extLst>
              <a:ext uri="{FF2B5EF4-FFF2-40B4-BE49-F238E27FC236}">
                <a16:creationId xmlns:a16="http://schemas.microsoft.com/office/drawing/2014/main" id="{9661D37A-E5FE-32C1-D9BF-6645B7B7B4C8}"/>
              </a:ext>
            </a:extLst>
          </p:cNvPr>
          <p:cNvPicPr>
            <a:picLocks noGrp="1" noChangeAspect="1"/>
          </p:cNvPicPr>
          <p:nvPr>
            <p:ph idx="1"/>
          </p:nvPr>
        </p:nvPicPr>
        <p:blipFill>
          <a:blip r:embed="rId3"/>
          <a:stretch>
            <a:fillRect/>
          </a:stretch>
        </p:blipFill>
        <p:spPr>
          <a:xfrm>
            <a:off x="1563098" y="1412875"/>
            <a:ext cx="8964204" cy="4595813"/>
          </a:xfrm>
        </p:spPr>
      </p:pic>
      <p:sp>
        <p:nvSpPr>
          <p:cNvPr id="4" name="Footer Placeholder 3">
            <a:extLst>
              <a:ext uri="{FF2B5EF4-FFF2-40B4-BE49-F238E27FC236}">
                <a16:creationId xmlns:a16="http://schemas.microsoft.com/office/drawing/2014/main" id="{CDE1E4FB-16BE-1AEA-8577-50D7BAC1A69D}"/>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8BB901F5-F310-67AE-E32F-A11F3FCC8CDD}"/>
              </a:ext>
            </a:extLst>
          </p:cNvPr>
          <p:cNvSpPr>
            <a:spLocks noGrp="1"/>
          </p:cNvSpPr>
          <p:nvPr>
            <p:ph type="sldNum" sz="quarter" idx="12"/>
          </p:nvPr>
        </p:nvSpPr>
        <p:spPr/>
        <p:txBody>
          <a:bodyPr/>
          <a:lstStyle/>
          <a:p>
            <a:r>
              <a:rPr lang="en-US"/>
              <a:t>PAGE  </a:t>
            </a:r>
            <a:fld id="{93005692-73BE-493E-93AB-ECD6027A7652}" type="slidenum">
              <a:rPr lang="en-US" smtClean="0"/>
              <a:pPr/>
              <a:t>8</a:t>
            </a:fld>
            <a:endParaRPr lang="en-US" dirty="0"/>
          </a:p>
        </p:txBody>
      </p:sp>
    </p:spTree>
    <p:extLst>
      <p:ext uri="{BB962C8B-B14F-4D97-AF65-F5344CB8AC3E}">
        <p14:creationId xmlns:p14="http://schemas.microsoft.com/office/powerpoint/2010/main" val="3229781740"/>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F46B1-17FE-FB7B-9171-54B8660C9580}"/>
              </a:ext>
            </a:extLst>
          </p:cNvPr>
          <p:cNvSpPr>
            <a:spLocks noGrp="1"/>
          </p:cNvSpPr>
          <p:nvPr>
            <p:ph type="title"/>
          </p:nvPr>
        </p:nvSpPr>
        <p:spPr/>
        <p:txBody>
          <a:bodyPr>
            <a:normAutofit/>
          </a:bodyPr>
          <a:lstStyle/>
          <a:p>
            <a:r>
              <a:rPr lang="en-US" dirty="0"/>
              <a:t>No use of sigmoid, use second half linearized constraint</a:t>
            </a:r>
          </a:p>
        </p:txBody>
      </p:sp>
      <p:pic>
        <p:nvPicPr>
          <p:cNvPr id="7" name="Content Placeholder 6">
            <a:extLst>
              <a:ext uri="{FF2B5EF4-FFF2-40B4-BE49-F238E27FC236}">
                <a16:creationId xmlns:a16="http://schemas.microsoft.com/office/drawing/2014/main" id="{009369AA-9D45-22C1-4BFB-7AEA67BF35C7}"/>
              </a:ext>
            </a:extLst>
          </p:cNvPr>
          <p:cNvPicPr>
            <a:picLocks noGrp="1" noChangeAspect="1"/>
          </p:cNvPicPr>
          <p:nvPr>
            <p:ph idx="1"/>
          </p:nvPr>
        </p:nvPicPr>
        <p:blipFill>
          <a:blip r:embed="rId2"/>
          <a:stretch>
            <a:fillRect/>
          </a:stretch>
        </p:blipFill>
        <p:spPr>
          <a:xfrm>
            <a:off x="3201590" y="1472094"/>
            <a:ext cx="5687219" cy="4477375"/>
          </a:xfrm>
        </p:spPr>
      </p:pic>
      <p:sp>
        <p:nvSpPr>
          <p:cNvPr id="4" name="Footer Placeholder 3">
            <a:extLst>
              <a:ext uri="{FF2B5EF4-FFF2-40B4-BE49-F238E27FC236}">
                <a16:creationId xmlns:a16="http://schemas.microsoft.com/office/drawing/2014/main" id="{B3D0CFA8-9525-5D76-A033-5836626C90F0}"/>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627BF47B-4FD4-58C6-329E-BD04B79FECBF}"/>
              </a:ext>
            </a:extLst>
          </p:cNvPr>
          <p:cNvSpPr>
            <a:spLocks noGrp="1"/>
          </p:cNvSpPr>
          <p:nvPr>
            <p:ph type="sldNum" sz="quarter" idx="12"/>
          </p:nvPr>
        </p:nvSpPr>
        <p:spPr/>
        <p:txBody>
          <a:bodyPr/>
          <a:lstStyle/>
          <a:p>
            <a:r>
              <a:rPr lang="en-US"/>
              <a:t>PAGE  </a:t>
            </a:r>
            <a:fld id="{93005692-73BE-493E-93AB-ECD6027A7652}" type="slidenum">
              <a:rPr lang="en-US" smtClean="0"/>
              <a:pPr/>
              <a:t>9</a:t>
            </a:fld>
            <a:endParaRPr lang="en-US" dirty="0"/>
          </a:p>
        </p:txBody>
      </p:sp>
    </p:spTree>
    <p:extLst>
      <p:ext uri="{BB962C8B-B14F-4D97-AF65-F5344CB8AC3E}">
        <p14:creationId xmlns:p14="http://schemas.microsoft.com/office/powerpoint/2010/main" val="1517872542"/>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EE880-8569-37FD-4124-6706CBA4840A}"/>
              </a:ext>
            </a:extLst>
          </p:cNvPr>
          <p:cNvSpPr>
            <a:spLocks noGrp="1"/>
          </p:cNvSpPr>
          <p:nvPr>
            <p:ph type="title"/>
          </p:nvPr>
        </p:nvSpPr>
        <p:spPr/>
        <p:txBody>
          <a:bodyPr/>
          <a:lstStyle/>
          <a:p>
            <a:r>
              <a:rPr lang="en-US" dirty="0"/>
              <a:t>Use of sigmoid, use second half linearized constraint</a:t>
            </a:r>
          </a:p>
        </p:txBody>
      </p:sp>
      <p:pic>
        <p:nvPicPr>
          <p:cNvPr id="7" name="Content Placeholder 6">
            <a:extLst>
              <a:ext uri="{FF2B5EF4-FFF2-40B4-BE49-F238E27FC236}">
                <a16:creationId xmlns:a16="http://schemas.microsoft.com/office/drawing/2014/main" id="{6D385087-CA98-F0CA-29FD-B0901DEC593C}"/>
              </a:ext>
            </a:extLst>
          </p:cNvPr>
          <p:cNvPicPr>
            <a:picLocks noGrp="1" noChangeAspect="1"/>
          </p:cNvPicPr>
          <p:nvPr>
            <p:ph idx="1"/>
          </p:nvPr>
        </p:nvPicPr>
        <p:blipFill>
          <a:blip r:embed="rId2"/>
          <a:stretch>
            <a:fillRect/>
          </a:stretch>
        </p:blipFill>
        <p:spPr>
          <a:xfrm>
            <a:off x="1758296" y="1412875"/>
            <a:ext cx="8573807" cy="4595813"/>
          </a:xfrm>
        </p:spPr>
      </p:pic>
      <p:sp>
        <p:nvSpPr>
          <p:cNvPr id="4" name="Footer Placeholder 3">
            <a:extLst>
              <a:ext uri="{FF2B5EF4-FFF2-40B4-BE49-F238E27FC236}">
                <a16:creationId xmlns:a16="http://schemas.microsoft.com/office/drawing/2014/main" id="{F20CBD59-500A-02BA-ADBB-8436A872B69C}"/>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6C80AFA2-359C-4227-2B4C-B6DAF18B4D96}"/>
              </a:ext>
            </a:extLst>
          </p:cNvPr>
          <p:cNvSpPr>
            <a:spLocks noGrp="1"/>
          </p:cNvSpPr>
          <p:nvPr>
            <p:ph type="sldNum" sz="quarter" idx="12"/>
          </p:nvPr>
        </p:nvSpPr>
        <p:spPr/>
        <p:txBody>
          <a:bodyPr/>
          <a:lstStyle/>
          <a:p>
            <a:r>
              <a:rPr lang="en-US"/>
              <a:t>PAGE  </a:t>
            </a:r>
            <a:fld id="{93005692-73BE-493E-93AB-ECD6027A7652}" type="slidenum">
              <a:rPr lang="en-US" smtClean="0"/>
              <a:pPr/>
              <a:t>10</a:t>
            </a:fld>
            <a:endParaRPr lang="en-US" dirty="0"/>
          </a:p>
        </p:txBody>
      </p:sp>
    </p:spTree>
    <p:extLst>
      <p:ext uri="{BB962C8B-B14F-4D97-AF65-F5344CB8AC3E}">
        <p14:creationId xmlns:p14="http://schemas.microsoft.com/office/powerpoint/2010/main" val="1248440617"/>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CC850-DC33-B340-9BE0-2A0B1F121F63}"/>
              </a:ext>
            </a:extLst>
          </p:cNvPr>
          <p:cNvSpPr>
            <a:spLocks noGrp="1"/>
          </p:cNvSpPr>
          <p:nvPr>
            <p:ph type="title"/>
          </p:nvPr>
        </p:nvSpPr>
        <p:spPr/>
        <p:txBody>
          <a:bodyPr/>
          <a:lstStyle/>
          <a:p>
            <a:r>
              <a:rPr lang="en-US" dirty="0"/>
              <a:t>Use of sigmoid, use second half linearized constraint</a:t>
            </a:r>
          </a:p>
        </p:txBody>
      </p:sp>
      <p:pic>
        <p:nvPicPr>
          <p:cNvPr id="7" name="Content Placeholder 6">
            <a:extLst>
              <a:ext uri="{FF2B5EF4-FFF2-40B4-BE49-F238E27FC236}">
                <a16:creationId xmlns:a16="http://schemas.microsoft.com/office/drawing/2014/main" id="{A2D4BA89-A5D1-4992-1BC1-DEDBB9BC3A89}"/>
              </a:ext>
            </a:extLst>
          </p:cNvPr>
          <p:cNvPicPr>
            <a:picLocks noGrp="1" noChangeAspect="1"/>
          </p:cNvPicPr>
          <p:nvPr>
            <p:ph idx="1"/>
          </p:nvPr>
        </p:nvPicPr>
        <p:blipFill>
          <a:blip r:embed="rId2"/>
          <a:stretch>
            <a:fillRect/>
          </a:stretch>
        </p:blipFill>
        <p:spPr>
          <a:xfrm>
            <a:off x="1446127" y="1412875"/>
            <a:ext cx="9198145" cy="4595813"/>
          </a:xfrm>
        </p:spPr>
      </p:pic>
      <p:sp>
        <p:nvSpPr>
          <p:cNvPr id="4" name="Footer Placeholder 3">
            <a:extLst>
              <a:ext uri="{FF2B5EF4-FFF2-40B4-BE49-F238E27FC236}">
                <a16:creationId xmlns:a16="http://schemas.microsoft.com/office/drawing/2014/main" id="{A3DEBEDB-BBA7-7CE6-5B5E-FC14E1666150}"/>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0BA0D45E-7014-7418-4FC8-B28D65540456}"/>
              </a:ext>
            </a:extLst>
          </p:cNvPr>
          <p:cNvSpPr>
            <a:spLocks noGrp="1"/>
          </p:cNvSpPr>
          <p:nvPr>
            <p:ph type="sldNum" sz="quarter" idx="12"/>
          </p:nvPr>
        </p:nvSpPr>
        <p:spPr/>
        <p:txBody>
          <a:bodyPr/>
          <a:lstStyle/>
          <a:p>
            <a:r>
              <a:rPr lang="en-US"/>
              <a:t>PAGE  </a:t>
            </a:r>
            <a:fld id="{93005692-73BE-493E-93AB-ECD6027A7652}" type="slidenum">
              <a:rPr lang="en-US" smtClean="0"/>
              <a:pPr/>
              <a:t>11</a:t>
            </a:fld>
            <a:endParaRPr lang="en-US" dirty="0"/>
          </a:p>
        </p:txBody>
      </p:sp>
    </p:spTree>
    <p:extLst>
      <p:ext uri="{BB962C8B-B14F-4D97-AF65-F5344CB8AC3E}">
        <p14:creationId xmlns:p14="http://schemas.microsoft.com/office/powerpoint/2010/main" val="1758825899"/>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4CC91-908A-25BF-8529-391945FE3EB9}"/>
              </a:ext>
            </a:extLst>
          </p:cNvPr>
          <p:cNvSpPr>
            <a:spLocks noGrp="1"/>
          </p:cNvSpPr>
          <p:nvPr>
            <p:ph type="title"/>
          </p:nvPr>
        </p:nvSpPr>
        <p:spPr/>
        <p:txBody>
          <a:bodyPr/>
          <a:lstStyle/>
          <a:p>
            <a:r>
              <a:rPr lang="en-US" dirty="0"/>
              <a:t>Use of sigmoid, use second half linearized constraint</a:t>
            </a:r>
          </a:p>
        </p:txBody>
      </p:sp>
      <p:pic>
        <p:nvPicPr>
          <p:cNvPr id="7" name="Content Placeholder 6">
            <a:extLst>
              <a:ext uri="{FF2B5EF4-FFF2-40B4-BE49-F238E27FC236}">
                <a16:creationId xmlns:a16="http://schemas.microsoft.com/office/drawing/2014/main" id="{6563897D-72B8-E696-2E5B-B4ED5B5A7208}"/>
              </a:ext>
            </a:extLst>
          </p:cNvPr>
          <p:cNvPicPr>
            <a:picLocks noGrp="1" noChangeAspect="1"/>
          </p:cNvPicPr>
          <p:nvPr>
            <p:ph idx="1"/>
          </p:nvPr>
        </p:nvPicPr>
        <p:blipFill>
          <a:blip r:embed="rId3"/>
          <a:stretch>
            <a:fillRect/>
          </a:stretch>
        </p:blipFill>
        <p:spPr>
          <a:xfrm>
            <a:off x="3158722" y="1457804"/>
            <a:ext cx="5772956" cy="4505954"/>
          </a:xfrm>
        </p:spPr>
      </p:pic>
      <p:sp>
        <p:nvSpPr>
          <p:cNvPr id="4" name="Footer Placeholder 3">
            <a:extLst>
              <a:ext uri="{FF2B5EF4-FFF2-40B4-BE49-F238E27FC236}">
                <a16:creationId xmlns:a16="http://schemas.microsoft.com/office/drawing/2014/main" id="{CD779EFD-2345-0BCB-7FA3-0CAF4B9FFCD6}"/>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86A07159-4B46-F9F1-A662-B8C89D20A051}"/>
              </a:ext>
            </a:extLst>
          </p:cNvPr>
          <p:cNvSpPr>
            <a:spLocks noGrp="1"/>
          </p:cNvSpPr>
          <p:nvPr>
            <p:ph type="sldNum" sz="quarter" idx="12"/>
          </p:nvPr>
        </p:nvSpPr>
        <p:spPr/>
        <p:txBody>
          <a:bodyPr/>
          <a:lstStyle/>
          <a:p>
            <a:r>
              <a:rPr lang="en-US"/>
              <a:t>PAGE  </a:t>
            </a:r>
            <a:fld id="{93005692-73BE-493E-93AB-ECD6027A7652}" type="slidenum">
              <a:rPr lang="en-US" smtClean="0"/>
              <a:pPr/>
              <a:t>12</a:t>
            </a:fld>
            <a:endParaRPr lang="en-US" dirty="0"/>
          </a:p>
        </p:txBody>
      </p:sp>
    </p:spTree>
    <p:extLst>
      <p:ext uri="{BB962C8B-B14F-4D97-AF65-F5344CB8AC3E}">
        <p14:creationId xmlns:p14="http://schemas.microsoft.com/office/powerpoint/2010/main" val="3641455306"/>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4A0DE-D51B-4C44-F67A-A8B2F57702F1}"/>
              </a:ext>
            </a:extLst>
          </p:cNvPr>
          <p:cNvSpPr>
            <a:spLocks noGrp="1"/>
          </p:cNvSpPr>
          <p:nvPr>
            <p:ph type="title"/>
          </p:nvPr>
        </p:nvSpPr>
        <p:spPr/>
        <p:txBody>
          <a:bodyPr/>
          <a:lstStyle/>
          <a:p>
            <a:r>
              <a:rPr lang="en-US" dirty="0"/>
              <a:t>No use of sigmoid, use first half linearized constraint</a:t>
            </a:r>
          </a:p>
        </p:txBody>
      </p:sp>
      <p:pic>
        <p:nvPicPr>
          <p:cNvPr id="7" name="Content Placeholder 6">
            <a:extLst>
              <a:ext uri="{FF2B5EF4-FFF2-40B4-BE49-F238E27FC236}">
                <a16:creationId xmlns:a16="http://schemas.microsoft.com/office/drawing/2014/main" id="{955591AE-53FE-65AA-B2A7-FC9BB5F45DF9}"/>
              </a:ext>
            </a:extLst>
          </p:cNvPr>
          <p:cNvPicPr>
            <a:picLocks noGrp="1" noChangeAspect="1"/>
          </p:cNvPicPr>
          <p:nvPr>
            <p:ph idx="1"/>
          </p:nvPr>
        </p:nvPicPr>
        <p:blipFill>
          <a:blip r:embed="rId2"/>
          <a:stretch>
            <a:fillRect/>
          </a:stretch>
        </p:blipFill>
        <p:spPr>
          <a:xfrm>
            <a:off x="3640040" y="1412875"/>
            <a:ext cx="4810320" cy="4595813"/>
          </a:xfrm>
        </p:spPr>
      </p:pic>
      <p:sp>
        <p:nvSpPr>
          <p:cNvPr id="4" name="Footer Placeholder 3">
            <a:extLst>
              <a:ext uri="{FF2B5EF4-FFF2-40B4-BE49-F238E27FC236}">
                <a16:creationId xmlns:a16="http://schemas.microsoft.com/office/drawing/2014/main" id="{E1EDF82A-DC52-08CE-0E32-411FE09C3409}"/>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8EEFBCBF-C91C-5C3B-D5D5-AF13EBF4B67C}"/>
              </a:ext>
            </a:extLst>
          </p:cNvPr>
          <p:cNvSpPr>
            <a:spLocks noGrp="1"/>
          </p:cNvSpPr>
          <p:nvPr>
            <p:ph type="sldNum" sz="quarter" idx="12"/>
          </p:nvPr>
        </p:nvSpPr>
        <p:spPr/>
        <p:txBody>
          <a:bodyPr/>
          <a:lstStyle/>
          <a:p>
            <a:r>
              <a:rPr lang="en-US"/>
              <a:t>PAGE  </a:t>
            </a:r>
            <a:fld id="{93005692-73BE-493E-93AB-ECD6027A7652}" type="slidenum">
              <a:rPr lang="en-US" smtClean="0"/>
              <a:pPr/>
              <a:t>13</a:t>
            </a:fld>
            <a:endParaRPr lang="en-US" dirty="0"/>
          </a:p>
        </p:txBody>
      </p:sp>
    </p:spTree>
    <p:extLst>
      <p:ext uri="{BB962C8B-B14F-4D97-AF65-F5344CB8AC3E}">
        <p14:creationId xmlns:p14="http://schemas.microsoft.com/office/powerpoint/2010/main" val="2466482375"/>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4C1D7-8DE0-78A3-50DC-6C77157651EE}"/>
              </a:ext>
            </a:extLst>
          </p:cNvPr>
          <p:cNvSpPr>
            <a:spLocks noGrp="1"/>
          </p:cNvSpPr>
          <p:nvPr>
            <p:ph type="title"/>
          </p:nvPr>
        </p:nvSpPr>
        <p:spPr/>
        <p:txBody>
          <a:bodyPr/>
          <a:lstStyle/>
          <a:p>
            <a:r>
              <a:rPr lang="en-US" dirty="0"/>
              <a:t>No use of sigmoid, use first half linearized constraint</a:t>
            </a:r>
          </a:p>
        </p:txBody>
      </p:sp>
      <p:pic>
        <p:nvPicPr>
          <p:cNvPr id="7" name="Content Placeholder 6">
            <a:extLst>
              <a:ext uri="{FF2B5EF4-FFF2-40B4-BE49-F238E27FC236}">
                <a16:creationId xmlns:a16="http://schemas.microsoft.com/office/drawing/2014/main" id="{BC141102-877E-929E-FBA1-FC293C9CB427}"/>
              </a:ext>
            </a:extLst>
          </p:cNvPr>
          <p:cNvPicPr>
            <a:picLocks noGrp="1" noChangeAspect="1"/>
          </p:cNvPicPr>
          <p:nvPr>
            <p:ph idx="1"/>
          </p:nvPr>
        </p:nvPicPr>
        <p:blipFill>
          <a:blip r:embed="rId2"/>
          <a:stretch>
            <a:fillRect/>
          </a:stretch>
        </p:blipFill>
        <p:spPr>
          <a:xfrm>
            <a:off x="1615457" y="1457804"/>
            <a:ext cx="8859486" cy="4505954"/>
          </a:xfrm>
        </p:spPr>
      </p:pic>
      <p:sp>
        <p:nvSpPr>
          <p:cNvPr id="4" name="Footer Placeholder 3">
            <a:extLst>
              <a:ext uri="{FF2B5EF4-FFF2-40B4-BE49-F238E27FC236}">
                <a16:creationId xmlns:a16="http://schemas.microsoft.com/office/drawing/2014/main" id="{5CD6CE22-80F2-B32E-0FC2-A4640C13D798}"/>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1723943F-098E-2DF7-E5F5-FA2B68B67F6E}"/>
              </a:ext>
            </a:extLst>
          </p:cNvPr>
          <p:cNvSpPr>
            <a:spLocks noGrp="1"/>
          </p:cNvSpPr>
          <p:nvPr>
            <p:ph type="sldNum" sz="quarter" idx="12"/>
          </p:nvPr>
        </p:nvSpPr>
        <p:spPr/>
        <p:txBody>
          <a:bodyPr/>
          <a:lstStyle/>
          <a:p>
            <a:r>
              <a:rPr lang="en-US"/>
              <a:t>PAGE  </a:t>
            </a:r>
            <a:fld id="{93005692-73BE-493E-93AB-ECD6027A7652}" type="slidenum">
              <a:rPr lang="en-US" smtClean="0"/>
              <a:pPr/>
              <a:t>14</a:t>
            </a:fld>
            <a:endParaRPr lang="en-US" dirty="0"/>
          </a:p>
        </p:txBody>
      </p:sp>
    </p:spTree>
    <p:extLst>
      <p:ext uri="{BB962C8B-B14F-4D97-AF65-F5344CB8AC3E}">
        <p14:creationId xmlns:p14="http://schemas.microsoft.com/office/powerpoint/2010/main" val="707443330"/>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2F4F4-B590-79DE-0A17-AE102BF773B2}"/>
              </a:ext>
            </a:extLst>
          </p:cNvPr>
          <p:cNvSpPr>
            <a:spLocks noGrp="1"/>
          </p:cNvSpPr>
          <p:nvPr>
            <p:ph type="title"/>
          </p:nvPr>
        </p:nvSpPr>
        <p:spPr/>
        <p:txBody>
          <a:bodyPr/>
          <a:lstStyle/>
          <a:p>
            <a:r>
              <a:rPr lang="en-US" dirty="0"/>
              <a:t>No use of sigmoid, use first half linearized constraint</a:t>
            </a:r>
          </a:p>
        </p:txBody>
      </p:sp>
      <p:pic>
        <p:nvPicPr>
          <p:cNvPr id="7" name="Content Placeholder 6">
            <a:extLst>
              <a:ext uri="{FF2B5EF4-FFF2-40B4-BE49-F238E27FC236}">
                <a16:creationId xmlns:a16="http://schemas.microsoft.com/office/drawing/2014/main" id="{4926C748-B538-B696-B316-847B1A4DA1AB}"/>
              </a:ext>
            </a:extLst>
          </p:cNvPr>
          <p:cNvPicPr>
            <a:picLocks noGrp="1" noChangeAspect="1"/>
          </p:cNvPicPr>
          <p:nvPr>
            <p:ph idx="1"/>
          </p:nvPr>
        </p:nvPicPr>
        <p:blipFill>
          <a:blip r:embed="rId2"/>
          <a:stretch>
            <a:fillRect/>
          </a:stretch>
        </p:blipFill>
        <p:spPr>
          <a:xfrm>
            <a:off x="3072985" y="1457804"/>
            <a:ext cx="5944430" cy="4505954"/>
          </a:xfrm>
        </p:spPr>
      </p:pic>
      <p:sp>
        <p:nvSpPr>
          <p:cNvPr id="4" name="Footer Placeholder 3">
            <a:extLst>
              <a:ext uri="{FF2B5EF4-FFF2-40B4-BE49-F238E27FC236}">
                <a16:creationId xmlns:a16="http://schemas.microsoft.com/office/drawing/2014/main" id="{F073B794-AED8-E5F9-A6DA-B0D9ECFB3F13}"/>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4BD69167-D532-BB88-1C82-5EE8790E04D0}"/>
              </a:ext>
            </a:extLst>
          </p:cNvPr>
          <p:cNvSpPr>
            <a:spLocks noGrp="1"/>
          </p:cNvSpPr>
          <p:nvPr>
            <p:ph type="sldNum" sz="quarter" idx="12"/>
          </p:nvPr>
        </p:nvSpPr>
        <p:spPr/>
        <p:txBody>
          <a:bodyPr/>
          <a:lstStyle/>
          <a:p>
            <a:r>
              <a:rPr lang="en-US"/>
              <a:t>PAGE  </a:t>
            </a:r>
            <a:fld id="{93005692-73BE-493E-93AB-ECD6027A7652}" type="slidenum">
              <a:rPr lang="en-US" smtClean="0"/>
              <a:pPr/>
              <a:t>15</a:t>
            </a:fld>
            <a:endParaRPr lang="en-US" dirty="0"/>
          </a:p>
        </p:txBody>
      </p:sp>
    </p:spTree>
    <p:extLst>
      <p:ext uri="{BB962C8B-B14F-4D97-AF65-F5344CB8AC3E}">
        <p14:creationId xmlns:p14="http://schemas.microsoft.com/office/powerpoint/2010/main" val="1638989092"/>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593CD-B6CA-23D4-6FDC-F9CE6D504077}"/>
              </a:ext>
            </a:extLst>
          </p:cNvPr>
          <p:cNvSpPr>
            <a:spLocks noGrp="1"/>
          </p:cNvSpPr>
          <p:nvPr>
            <p:ph type="title"/>
          </p:nvPr>
        </p:nvSpPr>
        <p:spPr/>
        <p:txBody>
          <a:bodyPr/>
          <a:lstStyle/>
          <a:p>
            <a:r>
              <a:rPr lang="en-US" dirty="0"/>
              <a:t>Use of sigmoid, use first half linearized constraint</a:t>
            </a:r>
          </a:p>
        </p:txBody>
      </p:sp>
      <p:pic>
        <p:nvPicPr>
          <p:cNvPr id="7" name="Content Placeholder 6">
            <a:extLst>
              <a:ext uri="{FF2B5EF4-FFF2-40B4-BE49-F238E27FC236}">
                <a16:creationId xmlns:a16="http://schemas.microsoft.com/office/drawing/2014/main" id="{636F9EB8-A54D-6CC5-4AE2-F38BE568D371}"/>
              </a:ext>
            </a:extLst>
          </p:cNvPr>
          <p:cNvPicPr>
            <a:picLocks noGrp="1" noChangeAspect="1"/>
          </p:cNvPicPr>
          <p:nvPr>
            <p:ph idx="1"/>
          </p:nvPr>
        </p:nvPicPr>
        <p:blipFill>
          <a:blip r:embed="rId2"/>
          <a:stretch>
            <a:fillRect/>
          </a:stretch>
        </p:blipFill>
        <p:spPr>
          <a:xfrm>
            <a:off x="1774503" y="1412875"/>
            <a:ext cx="8541394" cy="4595813"/>
          </a:xfrm>
        </p:spPr>
      </p:pic>
      <p:sp>
        <p:nvSpPr>
          <p:cNvPr id="4" name="Footer Placeholder 3">
            <a:extLst>
              <a:ext uri="{FF2B5EF4-FFF2-40B4-BE49-F238E27FC236}">
                <a16:creationId xmlns:a16="http://schemas.microsoft.com/office/drawing/2014/main" id="{D0CFB33D-F1E9-B59B-85AB-43235D679AC1}"/>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FC463E6D-81B3-82F4-A95E-EE9233346DCB}"/>
              </a:ext>
            </a:extLst>
          </p:cNvPr>
          <p:cNvSpPr>
            <a:spLocks noGrp="1"/>
          </p:cNvSpPr>
          <p:nvPr>
            <p:ph type="sldNum" sz="quarter" idx="12"/>
          </p:nvPr>
        </p:nvSpPr>
        <p:spPr/>
        <p:txBody>
          <a:bodyPr/>
          <a:lstStyle/>
          <a:p>
            <a:r>
              <a:rPr lang="en-US"/>
              <a:t>PAGE  </a:t>
            </a:r>
            <a:fld id="{93005692-73BE-493E-93AB-ECD6027A7652}" type="slidenum">
              <a:rPr lang="en-US" smtClean="0"/>
              <a:pPr/>
              <a:t>16</a:t>
            </a:fld>
            <a:endParaRPr lang="en-US" dirty="0"/>
          </a:p>
        </p:txBody>
      </p:sp>
    </p:spTree>
    <p:extLst>
      <p:ext uri="{BB962C8B-B14F-4D97-AF65-F5344CB8AC3E}">
        <p14:creationId xmlns:p14="http://schemas.microsoft.com/office/powerpoint/2010/main" val="1216598987"/>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08801-B097-215D-95DB-CE26AF23280F}"/>
              </a:ext>
            </a:extLst>
          </p:cNvPr>
          <p:cNvSpPr>
            <a:spLocks noGrp="1"/>
          </p:cNvSpPr>
          <p:nvPr>
            <p:ph type="title"/>
          </p:nvPr>
        </p:nvSpPr>
        <p:spPr/>
        <p:txBody>
          <a:bodyPr/>
          <a:lstStyle/>
          <a:p>
            <a:r>
              <a:rPr lang="en-US" dirty="0"/>
              <a:t>Use of sigmoid, use first half linearized constraint</a:t>
            </a:r>
          </a:p>
        </p:txBody>
      </p:sp>
      <p:pic>
        <p:nvPicPr>
          <p:cNvPr id="7" name="Content Placeholder 6">
            <a:extLst>
              <a:ext uri="{FF2B5EF4-FFF2-40B4-BE49-F238E27FC236}">
                <a16:creationId xmlns:a16="http://schemas.microsoft.com/office/drawing/2014/main" id="{FCACF077-EFB2-ADB6-D386-3965F5E5E95D}"/>
              </a:ext>
            </a:extLst>
          </p:cNvPr>
          <p:cNvPicPr>
            <a:picLocks noGrp="1" noChangeAspect="1"/>
          </p:cNvPicPr>
          <p:nvPr>
            <p:ph idx="1"/>
          </p:nvPr>
        </p:nvPicPr>
        <p:blipFill>
          <a:blip r:embed="rId2"/>
          <a:stretch>
            <a:fillRect/>
          </a:stretch>
        </p:blipFill>
        <p:spPr>
          <a:xfrm>
            <a:off x="1636503" y="1412875"/>
            <a:ext cx="8817394" cy="4595813"/>
          </a:xfrm>
        </p:spPr>
      </p:pic>
      <p:sp>
        <p:nvSpPr>
          <p:cNvPr id="4" name="Footer Placeholder 3">
            <a:extLst>
              <a:ext uri="{FF2B5EF4-FFF2-40B4-BE49-F238E27FC236}">
                <a16:creationId xmlns:a16="http://schemas.microsoft.com/office/drawing/2014/main" id="{BBB4EA77-83A0-CB92-1569-F2FAFA48D6D3}"/>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98512E60-24F0-6710-7099-C9D0CAF0E1FB}"/>
              </a:ext>
            </a:extLst>
          </p:cNvPr>
          <p:cNvSpPr>
            <a:spLocks noGrp="1"/>
          </p:cNvSpPr>
          <p:nvPr>
            <p:ph type="sldNum" sz="quarter" idx="12"/>
          </p:nvPr>
        </p:nvSpPr>
        <p:spPr/>
        <p:txBody>
          <a:bodyPr/>
          <a:lstStyle/>
          <a:p>
            <a:r>
              <a:rPr lang="en-US"/>
              <a:t>PAGE  </a:t>
            </a:r>
            <a:fld id="{93005692-73BE-493E-93AB-ECD6027A7652}" type="slidenum">
              <a:rPr lang="en-US" smtClean="0"/>
              <a:pPr/>
              <a:t>17</a:t>
            </a:fld>
            <a:endParaRPr lang="en-US" dirty="0"/>
          </a:p>
        </p:txBody>
      </p:sp>
    </p:spTree>
    <p:extLst>
      <p:ext uri="{BB962C8B-B14F-4D97-AF65-F5344CB8AC3E}">
        <p14:creationId xmlns:p14="http://schemas.microsoft.com/office/powerpoint/2010/main" val="2207734125"/>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7D1AB-4E53-4687-8858-8756B9427213}"/>
              </a:ext>
            </a:extLst>
          </p:cNvPr>
          <p:cNvSpPr>
            <a:spLocks noGrp="1"/>
          </p:cNvSpPr>
          <p:nvPr>
            <p:ph type="title"/>
          </p:nvPr>
        </p:nvSpPr>
        <p:spPr/>
        <p:txBody>
          <a:bodyPr/>
          <a:lstStyle/>
          <a:p>
            <a:r>
              <a:rPr lang="en-US" dirty="0"/>
              <a:t>Use of sigmoid, use first half linearized constraint</a:t>
            </a:r>
          </a:p>
        </p:txBody>
      </p:sp>
      <p:pic>
        <p:nvPicPr>
          <p:cNvPr id="7" name="Content Placeholder 6">
            <a:extLst>
              <a:ext uri="{FF2B5EF4-FFF2-40B4-BE49-F238E27FC236}">
                <a16:creationId xmlns:a16="http://schemas.microsoft.com/office/drawing/2014/main" id="{FCE88F12-2707-CC76-CE8A-9F7C7FA5D552}"/>
              </a:ext>
            </a:extLst>
          </p:cNvPr>
          <p:cNvPicPr>
            <a:picLocks noGrp="1" noChangeAspect="1"/>
          </p:cNvPicPr>
          <p:nvPr>
            <p:ph idx="1"/>
          </p:nvPr>
        </p:nvPicPr>
        <p:blipFill>
          <a:blip r:embed="rId3"/>
          <a:stretch>
            <a:fillRect/>
          </a:stretch>
        </p:blipFill>
        <p:spPr>
          <a:xfrm>
            <a:off x="3230169" y="1491146"/>
            <a:ext cx="5630061" cy="4439270"/>
          </a:xfrm>
        </p:spPr>
      </p:pic>
      <p:sp>
        <p:nvSpPr>
          <p:cNvPr id="4" name="Footer Placeholder 3">
            <a:extLst>
              <a:ext uri="{FF2B5EF4-FFF2-40B4-BE49-F238E27FC236}">
                <a16:creationId xmlns:a16="http://schemas.microsoft.com/office/drawing/2014/main" id="{514312AD-B45B-B0BC-097B-EA0FA369E11D}"/>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E1B6377F-D07B-B334-8A6F-837A751D16DA}"/>
              </a:ext>
            </a:extLst>
          </p:cNvPr>
          <p:cNvSpPr>
            <a:spLocks noGrp="1"/>
          </p:cNvSpPr>
          <p:nvPr>
            <p:ph type="sldNum" sz="quarter" idx="12"/>
          </p:nvPr>
        </p:nvSpPr>
        <p:spPr/>
        <p:txBody>
          <a:bodyPr/>
          <a:lstStyle/>
          <a:p>
            <a:r>
              <a:rPr lang="en-US"/>
              <a:t>PAGE  </a:t>
            </a:r>
            <a:fld id="{93005692-73BE-493E-93AB-ECD6027A7652}" type="slidenum">
              <a:rPr lang="en-US" smtClean="0"/>
              <a:pPr/>
              <a:t>18</a:t>
            </a:fld>
            <a:endParaRPr lang="en-US" dirty="0"/>
          </a:p>
        </p:txBody>
      </p:sp>
    </p:spTree>
    <p:extLst>
      <p:ext uri="{BB962C8B-B14F-4D97-AF65-F5344CB8AC3E}">
        <p14:creationId xmlns:p14="http://schemas.microsoft.com/office/powerpoint/2010/main" val="3476811451"/>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48225-E8F3-CEFC-46FA-416F579A659A}"/>
              </a:ext>
            </a:extLst>
          </p:cNvPr>
          <p:cNvSpPr>
            <a:spLocks noGrp="1"/>
          </p:cNvSpPr>
          <p:nvPr>
            <p:ph type="title"/>
          </p:nvPr>
        </p:nvSpPr>
        <p:spPr/>
        <p:txBody>
          <a:bodyPr/>
          <a:lstStyle/>
          <a:p>
            <a:endParaRPr lang="en-US"/>
          </a:p>
        </p:txBody>
      </p:sp>
      <p:pic>
        <p:nvPicPr>
          <p:cNvPr id="7" name="Content Placeholder 6">
            <a:extLst>
              <a:ext uri="{FF2B5EF4-FFF2-40B4-BE49-F238E27FC236}">
                <a16:creationId xmlns:a16="http://schemas.microsoft.com/office/drawing/2014/main" id="{D79D447E-55FD-D170-5088-A31B498A3F33}"/>
              </a:ext>
            </a:extLst>
          </p:cNvPr>
          <p:cNvPicPr>
            <a:picLocks noGrp="1" noChangeAspect="1"/>
          </p:cNvPicPr>
          <p:nvPr>
            <p:ph idx="1"/>
          </p:nvPr>
        </p:nvPicPr>
        <p:blipFill>
          <a:blip r:embed="rId2"/>
          <a:stretch>
            <a:fillRect/>
          </a:stretch>
        </p:blipFill>
        <p:spPr>
          <a:xfrm>
            <a:off x="1585637" y="1412875"/>
            <a:ext cx="8919126" cy="4595813"/>
          </a:xfrm>
        </p:spPr>
      </p:pic>
      <p:sp>
        <p:nvSpPr>
          <p:cNvPr id="4" name="Footer Placeholder 3">
            <a:extLst>
              <a:ext uri="{FF2B5EF4-FFF2-40B4-BE49-F238E27FC236}">
                <a16:creationId xmlns:a16="http://schemas.microsoft.com/office/drawing/2014/main" id="{60074458-D0E2-73A8-F8BA-8F92A1397F86}"/>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D39B6F14-E555-10C4-6F77-D6996E7F36FA}"/>
              </a:ext>
            </a:extLst>
          </p:cNvPr>
          <p:cNvSpPr>
            <a:spLocks noGrp="1"/>
          </p:cNvSpPr>
          <p:nvPr>
            <p:ph type="sldNum" sz="quarter" idx="12"/>
          </p:nvPr>
        </p:nvSpPr>
        <p:spPr/>
        <p:txBody>
          <a:bodyPr/>
          <a:lstStyle/>
          <a:p>
            <a:r>
              <a:rPr lang="en-US"/>
              <a:t>PAGE  </a:t>
            </a:r>
            <a:fld id="{93005692-73BE-493E-93AB-ECD6027A7652}" type="slidenum">
              <a:rPr lang="en-US" smtClean="0"/>
              <a:pPr/>
              <a:t>19</a:t>
            </a:fld>
            <a:endParaRPr lang="en-US" dirty="0"/>
          </a:p>
        </p:txBody>
      </p:sp>
    </p:spTree>
    <p:extLst>
      <p:ext uri="{BB962C8B-B14F-4D97-AF65-F5344CB8AC3E}">
        <p14:creationId xmlns:p14="http://schemas.microsoft.com/office/powerpoint/2010/main" val="439415997"/>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45046-AA85-9EDC-E1A0-A9F87C6C08A1}"/>
              </a:ext>
            </a:extLst>
          </p:cNvPr>
          <p:cNvSpPr>
            <a:spLocks noGrp="1"/>
          </p:cNvSpPr>
          <p:nvPr>
            <p:ph type="title"/>
          </p:nvPr>
        </p:nvSpPr>
        <p:spPr/>
        <p:txBody>
          <a:bodyPr/>
          <a:lstStyle/>
          <a:p>
            <a:endParaRPr lang="en-US"/>
          </a:p>
        </p:txBody>
      </p:sp>
      <p:pic>
        <p:nvPicPr>
          <p:cNvPr id="7" name="Content Placeholder 6">
            <a:extLst>
              <a:ext uri="{FF2B5EF4-FFF2-40B4-BE49-F238E27FC236}">
                <a16:creationId xmlns:a16="http://schemas.microsoft.com/office/drawing/2014/main" id="{748ED0C3-018A-0F12-478E-AD7860673C62}"/>
              </a:ext>
            </a:extLst>
          </p:cNvPr>
          <p:cNvPicPr>
            <a:picLocks noGrp="1" noChangeAspect="1"/>
          </p:cNvPicPr>
          <p:nvPr>
            <p:ph idx="1"/>
          </p:nvPr>
        </p:nvPicPr>
        <p:blipFill>
          <a:blip r:embed="rId2"/>
          <a:stretch>
            <a:fillRect/>
          </a:stretch>
        </p:blipFill>
        <p:spPr>
          <a:xfrm>
            <a:off x="1403820" y="1412875"/>
            <a:ext cx="9282760" cy="4595813"/>
          </a:xfrm>
        </p:spPr>
      </p:pic>
      <p:sp>
        <p:nvSpPr>
          <p:cNvPr id="4" name="Footer Placeholder 3">
            <a:extLst>
              <a:ext uri="{FF2B5EF4-FFF2-40B4-BE49-F238E27FC236}">
                <a16:creationId xmlns:a16="http://schemas.microsoft.com/office/drawing/2014/main" id="{C0A376D5-C81F-F699-2123-F32AF347140F}"/>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8C98A0C7-3BB0-4D4A-6DD2-442D72B68650}"/>
              </a:ext>
            </a:extLst>
          </p:cNvPr>
          <p:cNvSpPr>
            <a:spLocks noGrp="1"/>
          </p:cNvSpPr>
          <p:nvPr>
            <p:ph type="sldNum" sz="quarter" idx="12"/>
          </p:nvPr>
        </p:nvSpPr>
        <p:spPr/>
        <p:txBody>
          <a:bodyPr/>
          <a:lstStyle/>
          <a:p>
            <a:r>
              <a:rPr lang="en-US"/>
              <a:t>PAGE  </a:t>
            </a:r>
            <a:fld id="{93005692-73BE-493E-93AB-ECD6027A7652}" type="slidenum">
              <a:rPr lang="en-US" smtClean="0"/>
              <a:pPr/>
              <a:t>20</a:t>
            </a:fld>
            <a:endParaRPr lang="en-US" dirty="0"/>
          </a:p>
        </p:txBody>
      </p:sp>
    </p:spTree>
    <p:extLst>
      <p:ext uri="{BB962C8B-B14F-4D97-AF65-F5344CB8AC3E}">
        <p14:creationId xmlns:p14="http://schemas.microsoft.com/office/powerpoint/2010/main" val="2395363136"/>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9A8CA-7A10-547E-2BC8-94D13110A102}"/>
              </a:ext>
            </a:extLst>
          </p:cNvPr>
          <p:cNvSpPr>
            <a:spLocks noGrp="1"/>
          </p:cNvSpPr>
          <p:nvPr>
            <p:ph type="title"/>
          </p:nvPr>
        </p:nvSpPr>
        <p:spPr/>
        <p:txBody>
          <a:bodyPr/>
          <a:lstStyle/>
          <a:p>
            <a:endParaRPr lang="en-US"/>
          </a:p>
        </p:txBody>
      </p:sp>
      <p:pic>
        <p:nvPicPr>
          <p:cNvPr id="9" name="Content Placeholder 8">
            <a:extLst>
              <a:ext uri="{FF2B5EF4-FFF2-40B4-BE49-F238E27FC236}">
                <a16:creationId xmlns:a16="http://schemas.microsoft.com/office/drawing/2014/main" id="{4E9084F7-ACEA-7D15-F2EE-E96CBB8BF3F0}"/>
              </a:ext>
            </a:extLst>
          </p:cNvPr>
          <p:cNvPicPr>
            <a:picLocks noGrp="1" noChangeAspect="1"/>
          </p:cNvPicPr>
          <p:nvPr>
            <p:ph idx="1"/>
          </p:nvPr>
        </p:nvPicPr>
        <p:blipFill>
          <a:blip r:embed="rId2"/>
          <a:stretch>
            <a:fillRect/>
          </a:stretch>
        </p:blipFill>
        <p:spPr>
          <a:xfrm>
            <a:off x="1722126" y="1412875"/>
            <a:ext cx="8646147" cy="4595813"/>
          </a:xfrm>
        </p:spPr>
      </p:pic>
      <p:sp>
        <p:nvSpPr>
          <p:cNvPr id="4" name="Footer Placeholder 3">
            <a:extLst>
              <a:ext uri="{FF2B5EF4-FFF2-40B4-BE49-F238E27FC236}">
                <a16:creationId xmlns:a16="http://schemas.microsoft.com/office/drawing/2014/main" id="{CC368E15-1CE8-D539-AD7B-5FAF14F39907}"/>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8FD39D1D-9E29-3AD3-63CA-3F6E3D2B0F2A}"/>
              </a:ext>
            </a:extLst>
          </p:cNvPr>
          <p:cNvSpPr>
            <a:spLocks noGrp="1"/>
          </p:cNvSpPr>
          <p:nvPr>
            <p:ph type="sldNum" sz="quarter" idx="12"/>
          </p:nvPr>
        </p:nvSpPr>
        <p:spPr/>
        <p:txBody>
          <a:bodyPr/>
          <a:lstStyle/>
          <a:p>
            <a:r>
              <a:rPr lang="en-US"/>
              <a:t>PAGE  </a:t>
            </a:r>
            <a:fld id="{93005692-73BE-493E-93AB-ECD6027A7652}" type="slidenum">
              <a:rPr lang="en-US" smtClean="0"/>
              <a:pPr/>
              <a:t>21</a:t>
            </a:fld>
            <a:endParaRPr lang="en-US" dirty="0"/>
          </a:p>
        </p:txBody>
      </p:sp>
    </p:spTree>
    <p:extLst>
      <p:ext uri="{BB962C8B-B14F-4D97-AF65-F5344CB8AC3E}">
        <p14:creationId xmlns:p14="http://schemas.microsoft.com/office/powerpoint/2010/main" val="1859937745"/>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58F68-F03E-017E-B6AB-5216F450828B}"/>
              </a:ext>
            </a:extLst>
          </p:cNvPr>
          <p:cNvSpPr>
            <a:spLocks noGrp="1"/>
          </p:cNvSpPr>
          <p:nvPr>
            <p:ph type="title"/>
          </p:nvPr>
        </p:nvSpPr>
        <p:spPr/>
        <p:txBody>
          <a:bodyPr/>
          <a:lstStyle/>
          <a:p>
            <a:endParaRPr lang="en-US"/>
          </a:p>
        </p:txBody>
      </p:sp>
      <p:pic>
        <p:nvPicPr>
          <p:cNvPr id="7" name="Content Placeholder 6">
            <a:extLst>
              <a:ext uri="{FF2B5EF4-FFF2-40B4-BE49-F238E27FC236}">
                <a16:creationId xmlns:a16="http://schemas.microsoft.com/office/drawing/2014/main" id="{1A2C082F-E113-6330-3853-AAA8EBB8A7A3}"/>
              </a:ext>
            </a:extLst>
          </p:cNvPr>
          <p:cNvPicPr>
            <a:picLocks noGrp="1" noChangeAspect="1"/>
          </p:cNvPicPr>
          <p:nvPr>
            <p:ph idx="1"/>
          </p:nvPr>
        </p:nvPicPr>
        <p:blipFill>
          <a:blip r:embed="rId2"/>
          <a:stretch>
            <a:fillRect/>
          </a:stretch>
        </p:blipFill>
        <p:spPr>
          <a:xfrm>
            <a:off x="1639804" y="1412875"/>
            <a:ext cx="8810792" cy="4595813"/>
          </a:xfrm>
        </p:spPr>
      </p:pic>
      <p:sp>
        <p:nvSpPr>
          <p:cNvPr id="4" name="Footer Placeholder 3">
            <a:extLst>
              <a:ext uri="{FF2B5EF4-FFF2-40B4-BE49-F238E27FC236}">
                <a16:creationId xmlns:a16="http://schemas.microsoft.com/office/drawing/2014/main" id="{2E6E305C-550D-D9D6-6121-E6A9C97B4C0C}"/>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5251E534-A0D8-FC45-16D0-B383F56E1AA0}"/>
              </a:ext>
            </a:extLst>
          </p:cNvPr>
          <p:cNvSpPr>
            <a:spLocks noGrp="1"/>
          </p:cNvSpPr>
          <p:nvPr>
            <p:ph type="sldNum" sz="quarter" idx="12"/>
          </p:nvPr>
        </p:nvSpPr>
        <p:spPr/>
        <p:txBody>
          <a:bodyPr/>
          <a:lstStyle/>
          <a:p>
            <a:r>
              <a:rPr lang="en-US"/>
              <a:t>PAGE  </a:t>
            </a:r>
            <a:fld id="{93005692-73BE-493E-93AB-ECD6027A7652}" type="slidenum">
              <a:rPr lang="en-US" smtClean="0"/>
              <a:pPr/>
              <a:t>22</a:t>
            </a:fld>
            <a:endParaRPr lang="en-US" dirty="0"/>
          </a:p>
        </p:txBody>
      </p:sp>
    </p:spTree>
    <p:extLst>
      <p:ext uri="{BB962C8B-B14F-4D97-AF65-F5344CB8AC3E}">
        <p14:creationId xmlns:p14="http://schemas.microsoft.com/office/powerpoint/2010/main" val="2307428824"/>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104BA-3ED0-9352-8952-0C0121DD53B1}"/>
              </a:ext>
            </a:extLst>
          </p:cNvPr>
          <p:cNvSpPr>
            <a:spLocks noGrp="1"/>
          </p:cNvSpPr>
          <p:nvPr>
            <p:ph type="title"/>
          </p:nvPr>
        </p:nvSpPr>
        <p:spPr/>
        <p:txBody>
          <a:bodyPr/>
          <a:lstStyle/>
          <a:p>
            <a:endParaRPr lang="en-US"/>
          </a:p>
        </p:txBody>
      </p:sp>
      <p:pic>
        <p:nvPicPr>
          <p:cNvPr id="7" name="Content Placeholder 6">
            <a:extLst>
              <a:ext uri="{FF2B5EF4-FFF2-40B4-BE49-F238E27FC236}">
                <a16:creationId xmlns:a16="http://schemas.microsoft.com/office/drawing/2014/main" id="{F5D4613F-1939-BFA2-BB6C-49A8EE719A5B}"/>
              </a:ext>
            </a:extLst>
          </p:cNvPr>
          <p:cNvPicPr>
            <a:picLocks noGrp="1" noChangeAspect="1"/>
          </p:cNvPicPr>
          <p:nvPr>
            <p:ph idx="1"/>
          </p:nvPr>
        </p:nvPicPr>
        <p:blipFill>
          <a:blip r:embed="rId2"/>
          <a:stretch>
            <a:fillRect/>
          </a:stretch>
        </p:blipFill>
        <p:spPr>
          <a:xfrm>
            <a:off x="3165504" y="1412875"/>
            <a:ext cx="5759392" cy="4595813"/>
          </a:xfrm>
        </p:spPr>
      </p:pic>
      <p:sp>
        <p:nvSpPr>
          <p:cNvPr id="4" name="Footer Placeholder 3">
            <a:extLst>
              <a:ext uri="{FF2B5EF4-FFF2-40B4-BE49-F238E27FC236}">
                <a16:creationId xmlns:a16="http://schemas.microsoft.com/office/drawing/2014/main" id="{E8E79F55-5EDD-E6D9-0F1E-71AADEF1F2B0}"/>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EECF5A6E-4A4D-4A5F-8D29-A659DF37158A}"/>
              </a:ext>
            </a:extLst>
          </p:cNvPr>
          <p:cNvSpPr>
            <a:spLocks noGrp="1"/>
          </p:cNvSpPr>
          <p:nvPr>
            <p:ph type="sldNum" sz="quarter" idx="12"/>
          </p:nvPr>
        </p:nvSpPr>
        <p:spPr/>
        <p:txBody>
          <a:bodyPr/>
          <a:lstStyle/>
          <a:p>
            <a:r>
              <a:rPr lang="en-US"/>
              <a:t>PAGE  </a:t>
            </a:r>
            <a:fld id="{93005692-73BE-493E-93AB-ECD6027A7652}" type="slidenum">
              <a:rPr lang="en-US" smtClean="0"/>
              <a:pPr/>
              <a:t>23</a:t>
            </a:fld>
            <a:endParaRPr lang="en-US" dirty="0"/>
          </a:p>
        </p:txBody>
      </p:sp>
    </p:spTree>
    <p:extLst>
      <p:ext uri="{BB962C8B-B14F-4D97-AF65-F5344CB8AC3E}">
        <p14:creationId xmlns:p14="http://schemas.microsoft.com/office/powerpoint/2010/main" val="3011737694"/>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59F54-8C71-2D7D-235D-27E5F082DF82}"/>
              </a:ext>
            </a:extLst>
          </p:cNvPr>
          <p:cNvSpPr>
            <a:spLocks noGrp="1"/>
          </p:cNvSpPr>
          <p:nvPr>
            <p:ph type="title"/>
          </p:nvPr>
        </p:nvSpPr>
        <p:spPr/>
        <p:txBody>
          <a:bodyPr/>
          <a:lstStyle/>
          <a:p>
            <a:endParaRPr lang="en-US"/>
          </a:p>
        </p:txBody>
      </p:sp>
      <p:pic>
        <p:nvPicPr>
          <p:cNvPr id="7" name="Content Placeholder 6">
            <a:extLst>
              <a:ext uri="{FF2B5EF4-FFF2-40B4-BE49-F238E27FC236}">
                <a16:creationId xmlns:a16="http://schemas.microsoft.com/office/drawing/2014/main" id="{89A1312E-1AA2-260A-50C3-F7089F8BBE28}"/>
              </a:ext>
            </a:extLst>
          </p:cNvPr>
          <p:cNvPicPr>
            <a:picLocks noGrp="1" noChangeAspect="1"/>
          </p:cNvPicPr>
          <p:nvPr>
            <p:ph idx="1"/>
          </p:nvPr>
        </p:nvPicPr>
        <p:blipFill>
          <a:blip r:embed="rId2"/>
          <a:stretch>
            <a:fillRect/>
          </a:stretch>
        </p:blipFill>
        <p:spPr>
          <a:xfrm>
            <a:off x="2969960" y="1412875"/>
            <a:ext cx="6150479" cy="4595813"/>
          </a:xfrm>
        </p:spPr>
      </p:pic>
      <p:sp>
        <p:nvSpPr>
          <p:cNvPr id="4" name="Footer Placeholder 3">
            <a:extLst>
              <a:ext uri="{FF2B5EF4-FFF2-40B4-BE49-F238E27FC236}">
                <a16:creationId xmlns:a16="http://schemas.microsoft.com/office/drawing/2014/main" id="{5943E854-6E1F-16D5-EB15-5C49670E61F4}"/>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97E82392-3E44-AD4E-79FF-E197981544F0}"/>
              </a:ext>
            </a:extLst>
          </p:cNvPr>
          <p:cNvSpPr>
            <a:spLocks noGrp="1"/>
          </p:cNvSpPr>
          <p:nvPr>
            <p:ph type="sldNum" sz="quarter" idx="12"/>
          </p:nvPr>
        </p:nvSpPr>
        <p:spPr/>
        <p:txBody>
          <a:bodyPr/>
          <a:lstStyle/>
          <a:p>
            <a:r>
              <a:rPr lang="en-US"/>
              <a:t>PAGE  </a:t>
            </a:r>
            <a:fld id="{93005692-73BE-493E-93AB-ECD6027A7652}" type="slidenum">
              <a:rPr lang="en-US" smtClean="0"/>
              <a:pPr/>
              <a:t>24</a:t>
            </a:fld>
            <a:endParaRPr lang="en-US" dirty="0"/>
          </a:p>
        </p:txBody>
      </p:sp>
    </p:spTree>
    <p:extLst>
      <p:ext uri="{BB962C8B-B14F-4D97-AF65-F5344CB8AC3E}">
        <p14:creationId xmlns:p14="http://schemas.microsoft.com/office/powerpoint/2010/main" val="1310401521"/>
      </p:ext>
    </p:extLst>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5E4B5-7B59-F7F9-8912-E5CB8B12269D}"/>
              </a:ext>
            </a:extLst>
          </p:cNvPr>
          <p:cNvSpPr>
            <a:spLocks noGrp="1"/>
          </p:cNvSpPr>
          <p:nvPr>
            <p:ph type="title"/>
          </p:nvPr>
        </p:nvSpPr>
        <p:spPr/>
        <p:txBody>
          <a:bodyPr/>
          <a:lstStyle/>
          <a:p>
            <a:r>
              <a:rPr lang="en-US" dirty="0"/>
              <a:t>1000</a:t>
            </a:r>
          </a:p>
        </p:txBody>
      </p:sp>
      <p:pic>
        <p:nvPicPr>
          <p:cNvPr id="7" name="Content Placeholder 6">
            <a:extLst>
              <a:ext uri="{FF2B5EF4-FFF2-40B4-BE49-F238E27FC236}">
                <a16:creationId xmlns:a16="http://schemas.microsoft.com/office/drawing/2014/main" id="{9A09DAD3-9B34-B58B-9BEC-8208FBD33296}"/>
              </a:ext>
            </a:extLst>
          </p:cNvPr>
          <p:cNvPicPr>
            <a:picLocks noGrp="1" noChangeAspect="1"/>
          </p:cNvPicPr>
          <p:nvPr>
            <p:ph idx="1"/>
          </p:nvPr>
        </p:nvPicPr>
        <p:blipFill>
          <a:blip r:embed="rId2"/>
          <a:stretch>
            <a:fillRect/>
          </a:stretch>
        </p:blipFill>
        <p:spPr>
          <a:xfrm>
            <a:off x="3189137" y="1412875"/>
            <a:ext cx="5712125" cy="4595813"/>
          </a:xfrm>
        </p:spPr>
      </p:pic>
      <p:sp>
        <p:nvSpPr>
          <p:cNvPr id="4" name="Footer Placeholder 3">
            <a:extLst>
              <a:ext uri="{FF2B5EF4-FFF2-40B4-BE49-F238E27FC236}">
                <a16:creationId xmlns:a16="http://schemas.microsoft.com/office/drawing/2014/main" id="{C41713DE-1082-BF06-BF4E-CC869ACD08A0}"/>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5916ACB4-769D-5C36-3A84-B4B0CCF9F1FF}"/>
              </a:ext>
            </a:extLst>
          </p:cNvPr>
          <p:cNvSpPr>
            <a:spLocks noGrp="1"/>
          </p:cNvSpPr>
          <p:nvPr>
            <p:ph type="sldNum" sz="quarter" idx="12"/>
          </p:nvPr>
        </p:nvSpPr>
        <p:spPr/>
        <p:txBody>
          <a:bodyPr/>
          <a:lstStyle/>
          <a:p>
            <a:r>
              <a:rPr lang="en-US"/>
              <a:t>PAGE  </a:t>
            </a:r>
            <a:fld id="{93005692-73BE-493E-93AB-ECD6027A7652}" type="slidenum">
              <a:rPr lang="en-US" smtClean="0"/>
              <a:pPr/>
              <a:t>25</a:t>
            </a:fld>
            <a:endParaRPr lang="en-US" dirty="0"/>
          </a:p>
        </p:txBody>
      </p:sp>
    </p:spTree>
    <p:extLst>
      <p:ext uri="{BB962C8B-B14F-4D97-AF65-F5344CB8AC3E}">
        <p14:creationId xmlns:p14="http://schemas.microsoft.com/office/powerpoint/2010/main" val="736274695"/>
      </p:ext>
    </p:extLst>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469F7-9E01-9EB4-77C1-1B09A67620E9}"/>
              </a:ext>
            </a:extLst>
          </p:cNvPr>
          <p:cNvSpPr>
            <a:spLocks noGrp="1"/>
          </p:cNvSpPr>
          <p:nvPr>
            <p:ph type="title"/>
          </p:nvPr>
        </p:nvSpPr>
        <p:spPr/>
        <p:txBody>
          <a:bodyPr/>
          <a:lstStyle/>
          <a:p>
            <a:endParaRPr lang="en-US"/>
          </a:p>
        </p:txBody>
      </p:sp>
      <p:pic>
        <p:nvPicPr>
          <p:cNvPr id="7" name="Content Placeholder 6">
            <a:extLst>
              <a:ext uri="{FF2B5EF4-FFF2-40B4-BE49-F238E27FC236}">
                <a16:creationId xmlns:a16="http://schemas.microsoft.com/office/drawing/2014/main" id="{741BB9DF-300A-264D-EFA0-4DE2D5089EE3}"/>
              </a:ext>
            </a:extLst>
          </p:cNvPr>
          <p:cNvPicPr>
            <a:picLocks noGrp="1" noChangeAspect="1"/>
          </p:cNvPicPr>
          <p:nvPr>
            <p:ph idx="1"/>
          </p:nvPr>
        </p:nvPicPr>
        <p:blipFill>
          <a:blip r:embed="rId2"/>
          <a:stretch>
            <a:fillRect/>
          </a:stretch>
        </p:blipFill>
        <p:spPr>
          <a:xfrm>
            <a:off x="3129259" y="1412875"/>
            <a:ext cx="5831882" cy="4595813"/>
          </a:xfrm>
        </p:spPr>
      </p:pic>
      <p:sp>
        <p:nvSpPr>
          <p:cNvPr id="4" name="Footer Placeholder 3">
            <a:extLst>
              <a:ext uri="{FF2B5EF4-FFF2-40B4-BE49-F238E27FC236}">
                <a16:creationId xmlns:a16="http://schemas.microsoft.com/office/drawing/2014/main" id="{072FE5BE-73E8-C06C-CAA4-149656A58AAD}"/>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73B7DAE0-C91E-91E3-F62E-51D6A670268F}"/>
              </a:ext>
            </a:extLst>
          </p:cNvPr>
          <p:cNvSpPr>
            <a:spLocks noGrp="1"/>
          </p:cNvSpPr>
          <p:nvPr>
            <p:ph type="sldNum" sz="quarter" idx="12"/>
          </p:nvPr>
        </p:nvSpPr>
        <p:spPr/>
        <p:txBody>
          <a:bodyPr/>
          <a:lstStyle/>
          <a:p>
            <a:r>
              <a:rPr lang="en-US"/>
              <a:t>PAGE  </a:t>
            </a:r>
            <a:fld id="{93005692-73BE-493E-93AB-ECD6027A7652}" type="slidenum">
              <a:rPr lang="en-US" smtClean="0"/>
              <a:pPr/>
              <a:t>26</a:t>
            </a:fld>
            <a:endParaRPr lang="en-US" dirty="0"/>
          </a:p>
        </p:txBody>
      </p:sp>
    </p:spTree>
    <p:extLst>
      <p:ext uri="{BB962C8B-B14F-4D97-AF65-F5344CB8AC3E}">
        <p14:creationId xmlns:p14="http://schemas.microsoft.com/office/powerpoint/2010/main" val="3359612542"/>
      </p:ext>
    </p:extLst>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9D289-E34D-A97F-41E8-3267831A9254}"/>
              </a:ext>
            </a:extLst>
          </p:cNvPr>
          <p:cNvSpPr>
            <a:spLocks noGrp="1"/>
          </p:cNvSpPr>
          <p:nvPr>
            <p:ph type="title"/>
          </p:nvPr>
        </p:nvSpPr>
        <p:spPr/>
        <p:txBody>
          <a:bodyPr/>
          <a:lstStyle/>
          <a:p>
            <a:r>
              <a:rPr lang="en-US" dirty="0"/>
              <a:t>5000</a:t>
            </a:r>
          </a:p>
        </p:txBody>
      </p:sp>
      <p:pic>
        <p:nvPicPr>
          <p:cNvPr id="7" name="Content Placeholder 6">
            <a:extLst>
              <a:ext uri="{FF2B5EF4-FFF2-40B4-BE49-F238E27FC236}">
                <a16:creationId xmlns:a16="http://schemas.microsoft.com/office/drawing/2014/main" id="{39420D71-6992-5337-9874-61BD0E8FA6F1}"/>
              </a:ext>
            </a:extLst>
          </p:cNvPr>
          <p:cNvPicPr>
            <a:picLocks noGrp="1" noChangeAspect="1"/>
          </p:cNvPicPr>
          <p:nvPr>
            <p:ph idx="1"/>
          </p:nvPr>
        </p:nvPicPr>
        <p:blipFill>
          <a:blip r:embed="rId2"/>
          <a:stretch>
            <a:fillRect/>
          </a:stretch>
        </p:blipFill>
        <p:spPr>
          <a:xfrm>
            <a:off x="3096274" y="1412875"/>
            <a:ext cx="5897852" cy="4595813"/>
          </a:xfrm>
        </p:spPr>
      </p:pic>
      <p:sp>
        <p:nvSpPr>
          <p:cNvPr id="4" name="Footer Placeholder 3">
            <a:extLst>
              <a:ext uri="{FF2B5EF4-FFF2-40B4-BE49-F238E27FC236}">
                <a16:creationId xmlns:a16="http://schemas.microsoft.com/office/drawing/2014/main" id="{42575269-0334-C258-AAC4-8203562E5D0C}"/>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BE1BF3E1-6C4E-A550-2CF5-2AFFEDE542E4}"/>
              </a:ext>
            </a:extLst>
          </p:cNvPr>
          <p:cNvSpPr>
            <a:spLocks noGrp="1"/>
          </p:cNvSpPr>
          <p:nvPr>
            <p:ph type="sldNum" sz="quarter" idx="12"/>
          </p:nvPr>
        </p:nvSpPr>
        <p:spPr/>
        <p:txBody>
          <a:bodyPr/>
          <a:lstStyle/>
          <a:p>
            <a:r>
              <a:rPr lang="en-US"/>
              <a:t>PAGE  </a:t>
            </a:r>
            <a:fld id="{93005692-73BE-493E-93AB-ECD6027A7652}" type="slidenum">
              <a:rPr lang="en-US" smtClean="0"/>
              <a:pPr/>
              <a:t>27</a:t>
            </a:fld>
            <a:endParaRPr lang="en-US" dirty="0"/>
          </a:p>
        </p:txBody>
      </p:sp>
    </p:spTree>
    <p:extLst>
      <p:ext uri="{BB962C8B-B14F-4D97-AF65-F5344CB8AC3E}">
        <p14:creationId xmlns:p14="http://schemas.microsoft.com/office/powerpoint/2010/main" val="1535263218"/>
      </p:ext>
    </p:extLst>
  </p:cSld>
  <p:clrMapOvr>
    <a:masterClrMapping/>
  </p:clrMapOvr>
  <p:transition spd="slow">
    <p:push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C2E32-56BB-80C5-8AF7-0DCC98E346DC}"/>
              </a:ext>
            </a:extLst>
          </p:cNvPr>
          <p:cNvSpPr>
            <a:spLocks noGrp="1"/>
          </p:cNvSpPr>
          <p:nvPr>
            <p:ph type="title"/>
          </p:nvPr>
        </p:nvSpPr>
        <p:spPr/>
        <p:txBody>
          <a:bodyPr/>
          <a:lstStyle/>
          <a:p>
            <a:r>
              <a:rPr lang="en-US" dirty="0"/>
              <a:t>8000 – 3 lines</a:t>
            </a:r>
          </a:p>
        </p:txBody>
      </p:sp>
      <p:pic>
        <p:nvPicPr>
          <p:cNvPr id="7" name="Content Placeholder 6">
            <a:extLst>
              <a:ext uri="{FF2B5EF4-FFF2-40B4-BE49-F238E27FC236}">
                <a16:creationId xmlns:a16="http://schemas.microsoft.com/office/drawing/2014/main" id="{A68D5D2A-D47A-D2D8-E762-D81CDAE57919}"/>
              </a:ext>
            </a:extLst>
          </p:cNvPr>
          <p:cNvPicPr>
            <a:picLocks noGrp="1" noChangeAspect="1"/>
          </p:cNvPicPr>
          <p:nvPr>
            <p:ph idx="1"/>
          </p:nvPr>
        </p:nvPicPr>
        <p:blipFill>
          <a:blip r:embed="rId2"/>
          <a:stretch>
            <a:fillRect/>
          </a:stretch>
        </p:blipFill>
        <p:spPr>
          <a:xfrm>
            <a:off x="1596812" y="1412875"/>
            <a:ext cx="8896776" cy="4595813"/>
          </a:xfrm>
        </p:spPr>
      </p:pic>
      <p:sp>
        <p:nvSpPr>
          <p:cNvPr id="4" name="Footer Placeholder 3">
            <a:extLst>
              <a:ext uri="{FF2B5EF4-FFF2-40B4-BE49-F238E27FC236}">
                <a16:creationId xmlns:a16="http://schemas.microsoft.com/office/drawing/2014/main" id="{D95CBE2A-1A40-E218-273E-D95285EDCBAA}"/>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1EE75FED-D6AD-9EA7-78FA-C2191BAECB5C}"/>
              </a:ext>
            </a:extLst>
          </p:cNvPr>
          <p:cNvSpPr>
            <a:spLocks noGrp="1"/>
          </p:cNvSpPr>
          <p:nvPr>
            <p:ph type="sldNum" sz="quarter" idx="12"/>
          </p:nvPr>
        </p:nvSpPr>
        <p:spPr/>
        <p:txBody>
          <a:bodyPr/>
          <a:lstStyle/>
          <a:p>
            <a:r>
              <a:rPr lang="en-US"/>
              <a:t>PAGE  </a:t>
            </a:r>
            <a:fld id="{93005692-73BE-493E-93AB-ECD6027A7652}" type="slidenum">
              <a:rPr lang="en-US" smtClean="0"/>
              <a:pPr/>
              <a:t>28</a:t>
            </a:fld>
            <a:endParaRPr lang="en-US" dirty="0"/>
          </a:p>
        </p:txBody>
      </p:sp>
    </p:spTree>
    <p:extLst>
      <p:ext uri="{BB962C8B-B14F-4D97-AF65-F5344CB8AC3E}">
        <p14:creationId xmlns:p14="http://schemas.microsoft.com/office/powerpoint/2010/main" val="3594951688"/>
      </p:ext>
    </p:extLst>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846F0-A35E-945E-6749-B606C435F525}"/>
              </a:ext>
            </a:extLst>
          </p:cNvPr>
          <p:cNvSpPr>
            <a:spLocks noGrp="1"/>
          </p:cNvSpPr>
          <p:nvPr>
            <p:ph type="title"/>
          </p:nvPr>
        </p:nvSpPr>
        <p:spPr/>
        <p:txBody>
          <a:bodyPr/>
          <a:lstStyle/>
          <a:p>
            <a:r>
              <a:rPr lang="en-US" dirty="0"/>
              <a:t>8000 – 3 lines</a:t>
            </a:r>
          </a:p>
        </p:txBody>
      </p:sp>
      <p:pic>
        <p:nvPicPr>
          <p:cNvPr id="7" name="Content Placeholder 6">
            <a:extLst>
              <a:ext uri="{FF2B5EF4-FFF2-40B4-BE49-F238E27FC236}">
                <a16:creationId xmlns:a16="http://schemas.microsoft.com/office/drawing/2014/main" id="{3537D07F-B40B-320D-3838-D6133897FB81}"/>
              </a:ext>
            </a:extLst>
          </p:cNvPr>
          <p:cNvPicPr>
            <a:picLocks noGrp="1" noChangeAspect="1"/>
          </p:cNvPicPr>
          <p:nvPr>
            <p:ph idx="1"/>
          </p:nvPr>
        </p:nvPicPr>
        <p:blipFill>
          <a:blip r:embed="rId2"/>
          <a:stretch>
            <a:fillRect/>
          </a:stretch>
        </p:blipFill>
        <p:spPr>
          <a:xfrm>
            <a:off x="1899112" y="1412875"/>
            <a:ext cx="8292176" cy="4595813"/>
          </a:xfrm>
        </p:spPr>
      </p:pic>
      <p:sp>
        <p:nvSpPr>
          <p:cNvPr id="4" name="Footer Placeholder 3">
            <a:extLst>
              <a:ext uri="{FF2B5EF4-FFF2-40B4-BE49-F238E27FC236}">
                <a16:creationId xmlns:a16="http://schemas.microsoft.com/office/drawing/2014/main" id="{A63F295B-0DA8-CF70-766B-1D22D7D7B06F}"/>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3134C2FA-3543-BDB6-9213-927CA6888066}"/>
              </a:ext>
            </a:extLst>
          </p:cNvPr>
          <p:cNvSpPr>
            <a:spLocks noGrp="1"/>
          </p:cNvSpPr>
          <p:nvPr>
            <p:ph type="sldNum" sz="quarter" idx="12"/>
          </p:nvPr>
        </p:nvSpPr>
        <p:spPr/>
        <p:txBody>
          <a:bodyPr/>
          <a:lstStyle/>
          <a:p>
            <a:r>
              <a:rPr lang="en-US"/>
              <a:t>PAGE  </a:t>
            </a:r>
            <a:fld id="{93005692-73BE-493E-93AB-ECD6027A7652}" type="slidenum">
              <a:rPr lang="en-US" smtClean="0"/>
              <a:pPr/>
              <a:t>29</a:t>
            </a:fld>
            <a:endParaRPr lang="en-US" dirty="0"/>
          </a:p>
        </p:txBody>
      </p:sp>
    </p:spTree>
    <p:extLst>
      <p:ext uri="{BB962C8B-B14F-4D97-AF65-F5344CB8AC3E}">
        <p14:creationId xmlns:p14="http://schemas.microsoft.com/office/powerpoint/2010/main" val="2508320769"/>
      </p:ext>
    </p:extLst>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A6BA1-7E53-99E2-688B-2A5AF411E455}"/>
              </a:ext>
            </a:extLst>
          </p:cNvPr>
          <p:cNvSpPr>
            <a:spLocks noGrp="1"/>
          </p:cNvSpPr>
          <p:nvPr>
            <p:ph type="title"/>
          </p:nvPr>
        </p:nvSpPr>
        <p:spPr/>
        <p:txBody>
          <a:bodyPr/>
          <a:lstStyle/>
          <a:p>
            <a:r>
              <a:rPr lang="en-US" dirty="0"/>
              <a:t>8000 – 3 lines</a:t>
            </a:r>
          </a:p>
        </p:txBody>
      </p:sp>
      <p:pic>
        <p:nvPicPr>
          <p:cNvPr id="7" name="Content Placeholder 6">
            <a:extLst>
              <a:ext uri="{FF2B5EF4-FFF2-40B4-BE49-F238E27FC236}">
                <a16:creationId xmlns:a16="http://schemas.microsoft.com/office/drawing/2014/main" id="{CC652A20-083B-980F-6804-AF5EF92494A5}"/>
              </a:ext>
            </a:extLst>
          </p:cNvPr>
          <p:cNvPicPr>
            <a:picLocks noGrp="1" noChangeAspect="1"/>
          </p:cNvPicPr>
          <p:nvPr>
            <p:ph idx="1"/>
          </p:nvPr>
        </p:nvPicPr>
        <p:blipFill>
          <a:blip r:embed="rId2"/>
          <a:stretch>
            <a:fillRect/>
          </a:stretch>
        </p:blipFill>
        <p:spPr>
          <a:xfrm>
            <a:off x="3171132" y="1412875"/>
            <a:ext cx="5748135" cy="4595813"/>
          </a:xfrm>
        </p:spPr>
      </p:pic>
      <p:sp>
        <p:nvSpPr>
          <p:cNvPr id="4" name="Footer Placeholder 3">
            <a:extLst>
              <a:ext uri="{FF2B5EF4-FFF2-40B4-BE49-F238E27FC236}">
                <a16:creationId xmlns:a16="http://schemas.microsoft.com/office/drawing/2014/main" id="{5FE91A89-5445-DC80-1E20-21750EABB032}"/>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1453BF01-78FE-7181-C9B3-D306ED0D5F95}"/>
              </a:ext>
            </a:extLst>
          </p:cNvPr>
          <p:cNvSpPr>
            <a:spLocks noGrp="1"/>
          </p:cNvSpPr>
          <p:nvPr>
            <p:ph type="sldNum" sz="quarter" idx="12"/>
          </p:nvPr>
        </p:nvSpPr>
        <p:spPr/>
        <p:txBody>
          <a:bodyPr/>
          <a:lstStyle/>
          <a:p>
            <a:r>
              <a:rPr lang="en-US"/>
              <a:t>PAGE  </a:t>
            </a:r>
            <a:fld id="{93005692-73BE-493E-93AB-ECD6027A7652}" type="slidenum">
              <a:rPr lang="en-US" smtClean="0"/>
              <a:pPr/>
              <a:t>30</a:t>
            </a:fld>
            <a:endParaRPr lang="en-US" dirty="0"/>
          </a:p>
        </p:txBody>
      </p:sp>
    </p:spTree>
    <p:extLst>
      <p:ext uri="{BB962C8B-B14F-4D97-AF65-F5344CB8AC3E}">
        <p14:creationId xmlns:p14="http://schemas.microsoft.com/office/powerpoint/2010/main" val="2658999477"/>
      </p:ext>
    </p:extLst>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298AE-9BB7-33A9-A22F-F6B4B3E30E75}"/>
              </a:ext>
            </a:extLst>
          </p:cNvPr>
          <p:cNvSpPr>
            <a:spLocks noGrp="1"/>
          </p:cNvSpPr>
          <p:nvPr>
            <p:ph type="title"/>
          </p:nvPr>
        </p:nvSpPr>
        <p:spPr/>
        <p:txBody>
          <a:bodyPr/>
          <a:lstStyle/>
          <a:p>
            <a:r>
              <a:rPr lang="en-US" dirty="0"/>
              <a:t>8000 – 4 lines</a:t>
            </a:r>
          </a:p>
        </p:txBody>
      </p:sp>
      <p:pic>
        <p:nvPicPr>
          <p:cNvPr id="7" name="Content Placeholder 6">
            <a:extLst>
              <a:ext uri="{FF2B5EF4-FFF2-40B4-BE49-F238E27FC236}">
                <a16:creationId xmlns:a16="http://schemas.microsoft.com/office/drawing/2014/main" id="{148E4A40-E378-4CBB-BC29-053933614F68}"/>
              </a:ext>
            </a:extLst>
          </p:cNvPr>
          <p:cNvPicPr>
            <a:picLocks noGrp="1" noChangeAspect="1"/>
          </p:cNvPicPr>
          <p:nvPr>
            <p:ph idx="1"/>
          </p:nvPr>
        </p:nvPicPr>
        <p:blipFill>
          <a:blip r:embed="rId2"/>
          <a:stretch>
            <a:fillRect/>
          </a:stretch>
        </p:blipFill>
        <p:spPr>
          <a:xfrm>
            <a:off x="3249222" y="1429225"/>
            <a:ext cx="5591955" cy="4563112"/>
          </a:xfrm>
        </p:spPr>
      </p:pic>
      <p:sp>
        <p:nvSpPr>
          <p:cNvPr id="4" name="Footer Placeholder 3">
            <a:extLst>
              <a:ext uri="{FF2B5EF4-FFF2-40B4-BE49-F238E27FC236}">
                <a16:creationId xmlns:a16="http://schemas.microsoft.com/office/drawing/2014/main" id="{BD107E92-ABB4-FFFF-F93C-2C9836876D31}"/>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9E92B1D2-197A-0A03-1B47-25200FD3F233}"/>
              </a:ext>
            </a:extLst>
          </p:cNvPr>
          <p:cNvSpPr>
            <a:spLocks noGrp="1"/>
          </p:cNvSpPr>
          <p:nvPr>
            <p:ph type="sldNum" sz="quarter" idx="12"/>
          </p:nvPr>
        </p:nvSpPr>
        <p:spPr/>
        <p:txBody>
          <a:bodyPr/>
          <a:lstStyle/>
          <a:p>
            <a:r>
              <a:rPr lang="en-US"/>
              <a:t>PAGE  </a:t>
            </a:r>
            <a:fld id="{93005692-73BE-493E-93AB-ECD6027A7652}" type="slidenum">
              <a:rPr lang="en-US" smtClean="0"/>
              <a:pPr/>
              <a:t>31</a:t>
            </a:fld>
            <a:endParaRPr lang="en-US" dirty="0"/>
          </a:p>
        </p:txBody>
      </p:sp>
    </p:spTree>
    <p:extLst>
      <p:ext uri="{BB962C8B-B14F-4D97-AF65-F5344CB8AC3E}">
        <p14:creationId xmlns:p14="http://schemas.microsoft.com/office/powerpoint/2010/main" val="1052088248"/>
      </p:ext>
    </p:extLst>
  </p:cSld>
  <p:clrMapOvr>
    <a:masterClrMapping/>
  </p:clrMapOvr>
  <p:transition spd="slow">
    <p:push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F2193-53F5-729C-6381-A28C7F98ACCF}"/>
              </a:ext>
            </a:extLst>
          </p:cNvPr>
          <p:cNvSpPr>
            <a:spLocks noGrp="1"/>
          </p:cNvSpPr>
          <p:nvPr>
            <p:ph type="title"/>
          </p:nvPr>
        </p:nvSpPr>
        <p:spPr/>
        <p:txBody>
          <a:bodyPr/>
          <a:lstStyle/>
          <a:p>
            <a:r>
              <a:rPr lang="en-US" dirty="0"/>
              <a:t>8000 – 4 lines</a:t>
            </a:r>
          </a:p>
        </p:txBody>
      </p:sp>
      <p:pic>
        <p:nvPicPr>
          <p:cNvPr id="7" name="Content Placeholder 6">
            <a:extLst>
              <a:ext uri="{FF2B5EF4-FFF2-40B4-BE49-F238E27FC236}">
                <a16:creationId xmlns:a16="http://schemas.microsoft.com/office/drawing/2014/main" id="{3A691EDF-5D9B-5C17-ADE7-FD3344486147}"/>
              </a:ext>
            </a:extLst>
          </p:cNvPr>
          <p:cNvPicPr>
            <a:picLocks noGrp="1" noChangeAspect="1"/>
          </p:cNvPicPr>
          <p:nvPr>
            <p:ph idx="1"/>
          </p:nvPr>
        </p:nvPicPr>
        <p:blipFill>
          <a:blip r:embed="rId2"/>
          <a:stretch>
            <a:fillRect/>
          </a:stretch>
        </p:blipFill>
        <p:spPr>
          <a:xfrm>
            <a:off x="1647972" y="1412875"/>
            <a:ext cx="8794456" cy="4595813"/>
          </a:xfrm>
        </p:spPr>
      </p:pic>
      <p:sp>
        <p:nvSpPr>
          <p:cNvPr id="4" name="Footer Placeholder 3">
            <a:extLst>
              <a:ext uri="{FF2B5EF4-FFF2-40B4-BE49-F238E27FC236}">
                <a16:creationId xmlns:a16="http://schemas.microsoft.com/office/drawing/2014/main" id="{302D8517-D79C-3782-0D9C-8ECB52EE1B6A}"/>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059177AC-8654-1819-4CA0-DC10DA38DA1C}"/>
              </a:ext>
            </a:extLst>
          </p:cNvPr>
          <p:cNvSpPr>
            <a:spLocks noGrp="1"/>
          </p:cNvSpPr>
          <p:nvPr>
            <p:ph type="sldNum" sz="quarter" idx="12"/>
          </p:nvPr>
        </p:nvSpPr>
        <p:spPr/>
        <p:txBody>
          <a:bodyPr/>
          <a:lstStyle/>
          <a:p>
            <a:r>
              <a:rPr lang="en-US"/>
              <a:t>PAGE  </a:t>
            </a:r>
            <a:fld id="{93005692-73BE-493E-93AB-ECD6027A7652}" type="slidenum">
              <a:rPr lang="en-US" smtClean="0"/>
              <a:pPr/>
              <a:t>32</a:t>
            </a:fld>
            <a:endParaRPr lang="en-US" dirty="0"/>
          </a:p>
        </p:txBody>
      </p:sp>
    </p:spTree>
    <p:extLst>
      <p:ext uri="{BB962C8B-B14F-4D97-AF65-F5344CB8AC3E}">
        <p14:creationId xmlns:p14="http://schemas.microsoft.com/office/powerpoint/2010/main" val="591688618"/>
      </p:ext>
    </p:extLst>
  </p:cSld>
  <p:clrMapOvr>
    <a:masterClrMapping/>
  </p:clrMapOvr>
  <p:transition spd="slow">
    <p:push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DB8CA-1C78-421C-D529-F616A3243363}"/>
              </a:ext>
            </a:extLst>
          </p:cNvPr>
          <p:cNvSpPr>
            <a:spLocks noGrp="1"/>
          </p:cNvSpPr>
          <p:nvPr>
            <p:ph type="title"/>
          </p:nvPr>
        </p:nvSpPr>
        <p:spPr/>
        <p:txBody>
          <a:bodyPr/>
          <a:lstStyle/>
          <a:p>
            <a:r>
              <a:rPr lang="en-US" dirty="0"/>
              <a:t>8000 – 4 lines</a:t>
            </a:r>
          </a:p>
        </p:txBody>
      </p:sp>
      <p:pic>
        <p:nvPicPr>
          <p:cNvPr id="7" name="Content Placeholder 6">
            <a:extLst>
              <a:ext uri="{FF2B5EF4-FFF2-40B4-BE49-F238E27FC236}">
                <a16:creationId xmlns:a16="http://schemas.microsoft.com/office/drawing/2014/main" id="{9FC5340A-008D-0B46-C371-1112D1E04484}"/>
              </a:ext>
            </a:extLst>
          </p:cNvPr>
          <p:cNvPicPr>
            <a:picLocks noGrp="1" noChangeAspect="1"/>
          </p:cNvPicPr>
          <p:nvPr>
            <p:ph idx="1"/>
          </p:nvPr>
        </p:nvPicPr>
        <p:blipFill>
          <a:blip r:embed="rId2"/>
          <a:stretch>
            <a:fillRect/>
          </a:stretch>
        </p:blipFill>
        <p:spPr>
          <a:xfrm>
            <a:off x="1745891" y="1412875"/>
            <a:ext cx="8598618" cy="4595813"/>
          </a:xfrm>
        </p:spPr>
      </p:pic>
      <p:sp>
        <p:nvSpPr>
          <p:cNvPr id="4" name="Footer Placeholder 3">
            <a:extLst>
              <a:ext uri="{FF2B5EF4-FFF2-40B4-BE49-F238E27FC236}">
                <a16:creationId xmlns:a16="http://schemas.microsoft.com/office/drawing/2014/main" id="{C4B94EB6-7286-22F6-8F8D-DC00F1727A98}"/>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CF31ED0A-BB9B-9A41-5B92-956705A538E9}"/>
              </a:ext>
            </a:extLst>
          </p:cNvPr>
          <p:cNvSpPr>
            <a:spLocks noGrp="1"/>
          </p:cNvSpPr>
          <p:nvPr>
            <p:ph type="sldNum" sz="quarter" idx="12"/>
          </p:nvPr>
        </p:nvSpPr>
        <p:spPr/>
        <p:txBody>
          <a:bodyPr/>
          <a:lstStyle/>
          <a:p>
            <a:r>
              <a:rPr lang="en-US"/>
              <a:t>PAGE  </a:t>
            </a:r>
            <a:fld id="{93005692-73BE-493E-93AB-ECD6027A7652}" type="slidenum">
              <a:rPr lang="en-US" smtClean="0"/>
              <a:pPr/>
              <a:t>33</a:t>
            </a:fld>
            <a:endParaRPr lang="en-US" dirty="0"/>
          </a:p>
        </p:txBody>
      </p:sp>
    </p:spTree>
    <p:extLst>
      <p:ext uri="{BB962C8B-B14F-4D97-AF65-F5344CB8AC3E}">
        <p14:creationId xmlns:p14="http://schemas.microsoft.com/office/powerpoint/2010/main" val="231867544"/>
      </p:ext>
    </p:extLst>
  </p:cSld>
  <p:clrMapOvr>
    <a:masterClrMapping/>
  </p:clrMapOvr>
  <p:transition spd="slow">
    <p:push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D5CB4-7974-A4B9-906B-4BEEBEB0B160}"/>
              </a:ext>
            </a:extLst>
          </p:cNvPr>
          <p:cNvSpPr>
            <a:spLocks noGrp="1"/>
          </p:cNvSpPr>
          <p:nvPr>
            <p:ph type="title"/>
          </p:nvPr>
        </p:nvSpPr>
        <p:spPr/>
        <p:txBody>
          <a:bodyPr/>
          <a:lstStyle/>
          <a:p>
            <a:r>
              <a:rPr lang="en-US" dirty="0"/>
              <a:t>KKT - 500</a:t>
            </a:r>
          </a:p>
        </p:txBody>
      </p:sp>
      <p:pic>
        <p:nvPicPr>
          <p:cNvPr id="7" name="Content Placeholder 6" descr="A graph of different colored lines&#10;&#10;AI-generated content may be incorrect.">
            <a:extLst>
              <a:ext uri="{FF2B5EF4-FFF2-40B4-BE49-F238E27FC236}">
                <a16:creationId xmlns:a16="http://schemas.microsoft.com/office/drawing/2014/main" id="{B32C80B2-E71A-C91B-E67F-E8A62AB0AEC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87902" y="1424970"/>
            <a:ext cx="7314595" cy="4571622"/>
          </a:xfrm>
        </p:spPr>
      </p:pic>
      <p:sp>
        <p:nvSpPr>
          <p:cNvPr id="4" name="Footer Placeholder 3">
            <a:extLst>
              <a:ext uri="{FF2B5EF4-FFF2-40B4-BE49-F238E27FC236}">
                <a16:creationId xmlns:a16="http://schemas.microsoft.com/office/drawing/2014/main" id="{6CBD8F02-B6BD-4067-ABF4-B6248FB3913C}"/>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BB558BC3-D91C-15DE-D83E-1154545E0086}"/>
              </a:ext>
            </a:extLst>
          </p:cNvPr>
          <p:cNvSpPr>
            <a:spLocks noGrp="1"/>
          </p:cNvSpPr>
          <p:nvPr>
            <p:ph type="sldNum" sz="quarter" idx="12"/>
          </p:nvPr>
        </p:nvSpPr>
        <p:spPr/>
        <p:txBody>
          <a:bodyPr/>
          <a:lstStyle/>
          <a:p>
            <a:r>
              <a:rPr lang="en-US"/>
              <a:t>PAGE  </a:t>
            </a:r>
            <a:fld id="{93005692-73BE-493E-93AB-ECD6027A7652}" type="slidenum">
              <a:rPr lang="en-US" smtClean="0"/>
              <a:pPr/>
              <a:t>34</a:t>
            </a:fld>
            <a:endParaRPr lang="en-US" dirty="0"/>
          </a:p>
        </p:txBody>
      </p:sp>
    </p:spTree>
    <p:extLst>
      <p:ext uri="{BB962C8B-B14F-4D97-AF65-F5344CB8AC3E}">
        <p14:creationId xmlns:p14="http://schemas.microsoft.com/office/powerpoint/2010/main" val="2599627397"/>
      </p:ext>
    </p:extLst>
  </p:cSld>
  <p:clrMapOvr>
    <a:masterClrMapping/>
  </p:clrMapOvr>
  <p:transition spd="slow">
    <p:push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A57B3-0FED-A0CC-C461-85FCAA45D468}"/>
              </a:ext>
            </a:extLst>
          </p:cNvPr>
          <p:cNvSpPr>
            <a:spLocks noGrp="1"/>
          </p:cNvSpPr>
          <p:nvPr>
            <p:ph type="title"/>
          </p:nvPr>
        </p:nvSpPr>
        <p:spPr/>
        <p:txBody>
          <a:bodyPr/>
          <a:lstStyle/>
          <a:p>
            <a:r>
              <a:rPr lang="en-US" dirty="0"/>
              <a:t>NN - 500</a:t>
            </a:r>
          </a:p>
        </p:txBody>
      </p:sp>
      <p:pic>
        <p:nvPicPr>
          <p:cNvPr id="7" name="Content Placeholder 6" descr="A graph showing different colored lines&#10;&#10;AI-generated content may be incorrect.">
            <a:extLst>
              <a:ext uri="{FF2B5EF4-FFF2-40B4-BE49-F238E27FC236}">
                <a16:creationId xmlns:a16="http://schemas.microsoft.com/office/drawing/2014/main" id="{CA96ED58-DBC0-888D-50CE-303A22B5C91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87902" y="1424970"/>
            <a:ext cx="7314595" cy="4571622"/>
          </a:xfrm>
        </p:spPr>
      </p:pic>
      <p:sp>
        <p:nvSpPr>
          <p:cNvPr id="4" name="Footer Placeholder 3">
            <a:extLst>
              <a:ext uri="{FF2B5EF4-FFF2-40B4-BE49-F238E27FC236}">
                <a16:creationId xmlns:a16="http://schemas.microsoft.com/office/drawing/2014/main" id="{2560E7D3-B96F-7BA3-00BF-4711C6E195D4}"/>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C204DBBE-5367-14B3-8B58-AC9D833D0EA2}"/>
              </a:ext>
            </a:extLst>
          </p:cNvPr>
          <p:cNvSpPr>
            <a:spLocks noGrp="1"/>
          </p:cNvSpPr>
          <p:nvPr>
            <p:ph type="sldNum" sz="quarter" idx="12"/>
          </p:nvPr>
        </p:nvSpPr>
        <p:spPr/>
        <p:txBody>
          <a:bodyPr/>
          <a:lstStyle/>
          <a:p>
            <a:r>
              <a:rPr lang="en-US"/>
              <a:t>PAGE  </a:t>
            </a:r>
            <a:fld id="{93005692-73BE-493E-93AB-ECD6027A7652}" type="slidenum">
              <a:rPr lang="en-US" smtClean="0"/>
              <a:pPr/>
              <a:t>35</a:t>
            </a:fld>
            <a:endParaRPr lang="en-US" dirty="0"/>
          </a:p>
        </p:txBody>
      </p:sp>
    </p:spTree>
    <p:extLst>
      <p:ext uri="{BB962C8B-B14F-4D97-AF65-F5344CB8AC3E}">
        <p14:creationId xmlns:p14="http://schemas.microsoft.com/office/powerpoint/2010/main" val="3286471237"/>
      </p:ext>
    </p:extLst>
  </p:cSld>
  <p:clrMapOvr>
    <a:masterClrMapping/>
  </p:clrMapOvr>
  <p:transition spd="slow">
    <p:push di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DE8FB-DDDE-8435-F8A2-307477988341}"/>
              </a:ext>
            </a:extLst>
          </p:cNvPr>
          <p:cNvSpPr>
            <a:spLocks noGrp="1"/>
          </p:cNvSpPr>
          <p:nvPr>
            <p:ph type="title"/>
          </p:nvPr>
        </p:nvSpPr>
        <p:spPr/>
        <p:txBody>
          <a:bodyPr/>
          <a:lstStyle/>
          <a:p>
            <a:r>
              <a:rPr lang="en-US" dirty="0"/>
              <a:t>500</a:t>
            </a:r>
          </a:p>
        </p:txBody>
      </p:sp>
      <p:pic>
        <p:nvPicPr>
          <p:cNvPr id="7" name="Content Placeholder 6">
            <a:extLst>
              <a:ext uri="{FF2B5EF4-FFF2-40B4-BE49-F238E27FC236}">
                <a16:creationId xmlns:a16="http://schemas.microsoft.com/office/drawing/2014/main" id="{8DE2BD87-B9E5-99C4-0580-96FDBBD8C427}"/>
              </a:ext>
            </a:extLst>
          </p:cNvPr>
          <p:cNvPicPr>
            <a:picLocks noGrp="1" noChangeAspect="1"/>
          </p:cNvPicPr>
          <p:nvPr>
            <p:ph idx="1"/>
          </p:nvPr>
        </p:nvPicPr>
        <p:blipFill>
          <a:blip r:embed="rId2"/>
          <a:stretch>
            <a:fillRect/>
          </a:stretch>
        </p:blipFill>
        <p:spPr>
          <a:xfrm>
            <a:off x="3034880" y="1572120"/>
            <a:ext cx="6020640" cy="4277322"/>
          </a:xfrm>
        </p:spPr>
      </p:pic>
      <p:sp>
        <p:nvSpPr>
          <p:cNvPr id="4" name="Footer Placeholder 3">
            <a:extLst>
              <a:ext uri="{FF2B5EF4-FFF2-40B4-BE49-F238E27FC236}">
                <a16:creationId xmlns:a16="http://schemas.microsoft.com/office/drawing/2014/main" id="{3CCDBEED-2FC0-F338-9CCB-B2D8E342141A}"/>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D2673544-7048-A65B-07E7-C0AB4DC09900}"/>
              </a:ext>
            </a:extLst>
          </p:cNvPr>
          <p:cNvSpPr>
            <a:spLocks noGrp="1"/>
          </p:cNvSpPr>
          <p:nvPr>
            <p:ph type="sldNum" sz="quarter" idx="12"/>
          </p:nvPr>
        </p:nvSpPr>
        <p:spPr/>
        <p:txBody>
          <a:bodyPr/>
          <a:lstStyle/>
          <a:p>
            <a:r>
              <a:rPr lang="en-US"/>
              <a:t>PAGE  </a:t>
            </a:r>
            <a:fld id="{93005692-73BE-493E-93AB-ECD6027A7652}" type="slidenum">
              <a:rPr lang="en-US" smtClean="0"/>
              <a:pPr/>
              <a:t>36</a:t>
            </a:fld>
            <a:endParaRPr lang="en-US" dirty="0"/>
          </a:p>
        </p:txBody>
      </p:sp>
    </p:spTree>
    <p:extLst>
      <p:ext uri="{BB962C8B-B14F-4D97-AF65-F5344CB8AC3E}">
        <p14:creationId xmlns:p14="http://schemas.microsoft.com/office/powerpoint/2010/main" val="3416135512"/>
      </p:ext>
    </p:extLst>
  </p:cSld>
  <p:clrMapOvr>
    <a:masterClrMapping/>
  </p:clrMapOvr>
  <p:transition spd="slow">
    <p:push dir="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06EC9-2AFD-43A8-E6E7-FA81C6C78EA9}"/>
              </a:ext>
            </a:extLst>
          </p:cNvPr>
          <p:cNvSpPr>
            <a:spLocks noGrp="1"/>
          </p:cNvSpPr>
          <p:nvPr>
            <p:ph type="title"/>
          </p:nvPr>
        </p:nvSpPr>
        <p:spPr/>
        <p:txBody>
          <a:bodyPr/>
          <a:lstStyle/>
          <a:p>
            <a:r>
              <a:rPr lang="en-US" dirty="0"/>
              <a:t>KKT - 400</a:t>
            </a:r>
          </a:p>
        </p:txBody>
      </p:sp>
      <p:pic>
        <p:nvPicPr>
          <p:cNvPr id="7" name="Content Placeholder 6">
            <a:extLst>
              <a:ext uri="{FF2B5EF4-FFF2-40B4-BE49-F238E27FC236}">
                <a16:creationId xmlns:a16="http://schemas.microsoft.com/office/drawing/2014/main" id="{AF5FF627-E7F7-328B-E538-56E55B2473C5}"/>
              </a:ext>
            </a:extLst>
          </p:cNvPr>
          <p:cNvPicPr>
            <a:picLocks noGrp="1" noChangeAspect="1"/>
          </p:cNvPicPr>
          <p:nvPr>
            <p:ph idx="1"/>
          </p:nvPr>
        </p:nvPicPr>
        <p:blipFill>
          <a:blip r:embed="rId2"/>
          <a:stretch>
            <a:fillRect/>
          </a:stretch>
        </p:blipFill>
        <p:spPr>
          <a:xfrm>
            <a:off x="2368550" y="1412875"/>
            <a:ext cx="7353300" cy="4595813"/>
          </a:xfrm>
        </p:spPr>
      </p:pic>
      <p:sp>
        <p:nvSpPr>
          <p:cNvPr id="4" name="Footer Placeholder 3">
            <a:extLst>
              <a:ext uri="{FF2B5EF4-FFF2-40B4-BE49-F238E27FC236}">
                <a16:creationId xmlns:a16="http://schemas.microsoft.com/office/drawing/2014/main" id="{0B29BB52-DE4B-9C6D-E29C-64CD8555121F}"/>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80849C63-80E7-E94D-2AB3-4270BA847B41}"/>
              </a:ext>
            </a:extLst>
          </p:cNvPr>
          <p:cNvSpPr>
            <a:spLocks noGrp="1"/>
          </p:cNvSpPr>
          <p:nvPr>
            <p:ph type="sldNum" sz="quarter" idx="12"/>
          </p:nvPr>
        </p:nvSpPr>
        <p:spPr/>
        <p:txBody>
          <a:bodyPr/>
          <a:lstStyle/>
          <a:p>
            <a:r>
              <a:rPr lang="en-US"/>
              <a:t>PAGE  </a:t>
            </a:r>
            <a:fld id="{93005692-73BE-493E-93AB-ECD6027A7652}" type="slidenum">
              <a:rPr lang="en-US" smtClean="0"/>
              <a:pPr/>
              <a:t>37</a:t>
            </a:fld>
            <a:endParaRPr lang="en-US" dirty="0"/>
          </a:p>
        </p:txBody>
      </p:sp>
    </p:spTree>
    <p:extLst>
      <p:ext uri="{BB962C8B-B14F-4D97-AF65-F5344CB8AC3E}">
        <p14:creationId xmlns:p14="http://schemas.microsoft.com/office/powerpoint/2010/main" val="2868206686"/>
      </p:ext>
    </p:extLst>
  </p:cSld>
  <p:clrMapOvr>
    <a:masterClrMapping/>
  </p:clrMapOvr>
  <p:transition spd="slow">
    <p:push di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8D160-B6EE-E0AB-9D07-2DB62E354518}"/>
              </a:ext>
            </a:extLst>
          </p:cNvPr>
          <p:cNvSpPr>
            <a:spLocks noGrp="1"/>
          </p:cNvSpPr>
          <p:nvPr>
            <p:ph type="title"/>
          </p:nvPr>
        </p:nvSpPr>
        <p:spPr/>
        <p:txBody>
          <a:bodyPr/>
          <a:lstStyle/>
          <a:p>
            <a:r>
              <a:rPr lang="en-US" dirty="0"/>
              <a:t>NN - 400</a:t>
            </a:r>
          </a:p>
        </p:txBody>
      </p:sp>
      <p:pic>
        <p:nvPicPr>
          <p:cNvPr id="7" name="Content Placeholder 6">
            <a:extLst>
              <a:ext uri="{FF2B5EF4-FFF2-40B4-BE49-F238E27FC236}">
                <a16:creationId xmlns:a16="http://schemas.microsoft.com/office/drawing/2014/main" id="{65916A84-59DB-5C61-1263-A689A794AB19}"/>
              </a:ext>
            </a:extLst>
          </p:cNvPr>
          <p:cNvPicPr>
            <a:picLocks noGrp="1" noChangeAspect="1"/>
          </p:cNvPicPr>
          <p:nvPr>
            <p:ph idx="1"/>
          </p:nvPr>
        </p:nvPicPr>
        <p:blipFill>
          <a:blip r:embed="rId2"/>
          <a:stretch>
            <a:fillRect/>
          </a:stretch>
        </p:blipFill>
        <p:spPr>
          <a:xfrm>
            <a:off x="2368550" y="1412875"/>
            <a:ext cx="7353300" cy="4595813"/>
          </a:xfrm>
        </p:spPr>
      </p:pic>
      <p:sp>
        <p:nvSpPr>
          <p:cNvPr id="4" name="Footer Placeholder 3">
            <a:extLst>
              <a:ext uri="{FF2B5EF4-FFF2-40B4-BE49-F238E27FC236}">
                <a16:creationId xmlns:a16="http://schemas.microsoft.com/office/drawing/2014/main" id="{69BF57E4-64F1-F6E7-862A-4A0A4589943F}"/>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39BB8D25-E63F-038C-DA6F-AE4CCCCF2B15}"/>
              </a:ext>
            </a:extLst>
          </p:cNvPr>
          <p:cNvSpPr>
            <a:spLocks noGrp="1"/>
          </p:cNvSpPr>
          <p:nvPr>
            <p:ph type="sldNum" sz="quarter" idx="12"/>
          </p:nvPr>
        </p:nvSpPr>
        <p:spPr/>
        <p:txBody>
          <a:bodyPr/>
          <a:lstStyle/>
          <a:p>
            <a:r>
              <a:rPr lang="en-US"/>
              <a:t>PAGE  </a:t>
            </a:r>
            <a:fld id="{93005692-73BE-493E-93AB-ECD6027A7652}" type="slidenum">
              <a:rPr lang="en-US" smtClean="0"/>
              <a:pPr/>
              <a:t>38</a:t>
            </a:fld>
            <a:endParaRPr lang="en-US" dirty="0"/>
          </a:p>
        </p:txBody>
      </p:sp>
    </p:spTree>
    <p:extLst>
      <p:ext uri="{BB962C8B-B14F-4D97-AF65-F5344CB8AC3E}">
        <p14:creationId xmlns:p14="http://schemas.microsoft.com/office/powerpoint/2010/main" val="2916202402"/>
      </p:ext>
    </p:extLst>
  </p:cSld>
  <p:clrMapOvr>
    <a:masterClrMapping/>
  </p:clrMapOvr>
  <p:transition spd="slow">
    <p:push dir="u"/>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03001-2876-574D-148F-738546C61B10}"/>
              </a:ext>
            </a:extLst>
          </p:cNvPr>
          <p:cNvSpPr>
            <a:spLocks noGrp="1"/>
          </p:cNvSpPr>
          <p:nvPr>
            <p:ph type="title"/>
          </p:nvPr>
        </p:nvSpPr>
        <p:spPr/>
        <p:txBody>
          <a:bodyPr/>
          <a:lstStyle/>
          <a:p>
            <a:r>
              <a:rPr lang="en-US" dirty="0"/>
              <a:t>400 sample points</a:t>
            </a:r>
          </a:p>
        </p:txBody>
      </p:sp>
      <p:sp>
        <p:nvSpPr>
          <p:cNvPr id="4" name="Footer Placeholder 3">
            <a:extLst>
              <a:ext uri="{FF2B5EF4-FFF2-40B4-BE49-F238E27FC236}">
                <a16:creationId xmlns:a16="http://schemas.microsoft.com/office/drawing/2014/main" id="{1192BBDE-8253-17AB-6089-4A0AE40F9445}"/>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2060E2BA-D999-2490-ED25-CC0327855E81}"/>
              </a:ext>
            </a:extLst>
          </p:cNvPr>
          <p:cNvSpPr>
            <a:spLocks noGrp="1"/>
          </p:cNvSpPr>
          <p:nvPr>
            <p:ph type="sldNum" sz="quarter" idx="12"/>
          </p:nvPr>
        </p:nvSpPr>
        <p:spPr/>
        <p:txBody>
          <a:bodyPr/>
          <a:lstStyle/>
          <a:p>
            <a:r>
              <a:rPr lang="en-US"/>
              <a:t>PAGE  </a:t>
            </a:r>
            <a:fld id="{93005692-73BE-493E-93AB-ECD6027A7652}" type="slidenum">
              <a:rPr lang="en-US" smtClean="0"/>
              <a:pPr/>
              <a:t>39</a:t>
            </a:fld>
            <a:endParaRPr lang="en-US" dirty="0"/>
          </a:p>
        </p:txBody>
      </p:sp>
      <p:pic>
        <p:nvPicPr>
          <p:cNvPr id="11" name="Content Placeholder 10">
            <a:extLst>
              <a:ext uri="{FF2B5EF4-FFF2-40B4-BE49-F238E27FC236}">
                <a16:creationId xmlns:a16="http://schemas.microsoft.com/office/drawing/2014/main" id="{49FA286D-F056-9661-04E4-F9433F1A87FF}"/>
              </a:ext>
            </a:extLst>
          </p:cNvPr>
          <p:cNvPicPr>
            <a:picLocks noGrp="1" noChangeAspect="1"/>
          </p:cNvPicPr>
          <p:nvPr>
            <p:ph idx="1"/>
          </p:nvPr>
        </p:nvPicPr>
        <p:blipFill>
          <a:blip r:embed="rId2"/>
          <a:stretch>
            <a:fillRect/>
          </a:stretch>
        </p:blipFill>
        <p:spPr>
          <a:xfrm>
            <a:off x="2943264" y="1412875"/>
            <a:ext cx="6203872" cy="4595813"/>
          </a:xfrm>
        </p:spPr>
      </p:pic>
    </p:spTree>
    <p:extLst>
      <p:ext uri="{BB962C8B-B14F-4D97-AF65-F5344CB8AC3E}">
        <p14:creationId xmlns:p14="http://schemas.microsoft.com/office/powerpoint/2010/main" val="4056300912"/>
      </p:ext>
    </p:extLst>
  </p:cSld>
  <p:clrMapOvr>
    <a:masterClrMapping/>
  </p:clrMapOvr>
  <p:transition spd="slow">
    <p:push dir="u"/>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5C72F-ECD0-5B94-57B8-4E4DEBE73BA5}"/>
              </a:ext>
            </a:extLst>
          </p:cNvPr>
          <p:cNvSpPr>
            <a:spLocks noGrp="1"/>
          </p:cNvSpPr>
          <p:nvPr>
            <p:ph type="title"/>
          </p:nvPr>
        </p:nvSpPr>
        <p:spPr/>
        <p:txBody>
          <a:bodyPr/>
          <a:lstStyle/>
          <a:p>
            <a:r>
              <a:rPr lang="en-US" dirty="0"/>
              <a:t>KKT - 300</a:t>
            </a:r>
          </a:p>
        </p:txBody>
      </p:sp>
      <p:pic>
        <p:nvPicPr>
          <p:cNvPr id="7" name="Content Placeholder 6">
            <a:extLst>
              <a:ext uri="{FF2B5EF4-FFF2-40B4-BE49-F238E27FC236}">
                <a16:creationId xmlns:a16="http://schemas.microsoft.com/office/drawing/2014/main" id="{9A1CDDC1-0553-E31A-2037-F9869A434186}"/>
              </a:ext>
            </a:extLst>
          </p:cNvPr>
          <p:cNvPicPr>
            <a:picLocks noGrp="1" noChangeAspect="1"/>
          </p:cNvPicPr>
          <p:nvPr>
            <p:ph idx="1"/>
          </p:nvPr>
        </p:nvPicPr>
        <p:blipFill>
          <a:blip r:embed="rId2"/>
          <a:stretch>
            <a:fillRect/>
          </a:stretch>
        </p:blipFill>
        <p:spPr>
          <a:xfrm>
            <a:off x="2368550" y="1412875"/>
            <a:ext cx="7353300" cy="4595813"/>
          </a:xfrm>
        </p:spPr>
      </p:pic>
      <p:sp>
        <p:nvSpPr>
          <p:cNvPr id="4" name="Footer Placeholder 3">
            <a:extLst>
              <a:ext uri="{FF2B5EF4-FFF2-40B4-BE49-F238E27FC236}">
                <a16:creationId xmlns:a16="http://schemas.microsoft.com/office/drawing/2014/main" id="{8C07BCA9-DEC3-F3EC-FB6E-8E8F8EA87B9B}"/>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C25AB11F-37EA-5293-0573-5038334A1EBB}"/>
              </a:ext>
            </a:extLst>
          </p:cNvPr>
          <p:cNvSpPr>
            <a:spLocks noGrp="1"/>
          </p:cNvSpPr>
          <p:nvPr>
            <p:ph type="sldNum" sz="quarter" idx="12"/>
          </p:nvPr>
        </p:nvSpPr>
        <p:spPr/>
        <p:txBody>
          <a:bodyPr/>
          <a:lstStyle/>
          <a:p>
            <a:r>
              <a:rPr lang="en-US"/>
              <a:t>PAGE  </a:t>
            </a:r>
            <a:fld id="{93005692-73BE-493E-93AB-ECD6027A7652}" type="slidenum">
              <a:rPr lang="en-US" smtClean="0"/>
              <a:pPr/>
              <a:t>40</a:t>
            </a:fld>
            <a:endParaRPr lang="en-US" dirty="0"/>
          </a:p>
        </p:txBody>
      </p:sp>
    </p:spTree>
    <p:extLst>
      <p:ext uri="{BB962C8B-B14F-4D97-AF65-F5344CB8AC3E}">
        <p14:creationId xmlns:p14="http://schemas.microsoft.com/office/powerpoint/2010/main" val="72395854"/>
      </p:ext>
    </p:extLst>
  </p:cSld>
  <p:clrMapOvr>
    <a:masterClrMapping/>
  </p:clrMapOvr>
  <p:transition spd="slow">
    <p:push dir="u"/>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CCD8A-0DAC-BD8B-1B83-1DFFAACE7732}"/>
              </a:ext>
            </a:extLst>
          </p:cNvPr>
          <p:cNvSpPr>
            <a:spLocks noGrp="1"/>
          </p:cNvSpPr>
          <p:nvPr>
            <p:ph type="title"/>
          </p:nvPr>
        </p:nvSpPr>
        <p:spPr/>
        <p:txBody>
          <a:bodyPr/>
          <a:lstStyle/>
          <a:p>
            <a:r>
              <a:rPr lang="en-US" dirty="0"/>
              <a:t>NN - 300</a:t>
            </a:r>
          </a:p>
        </p:txBody>
      </p:sp>
      <p:sp>
        <p:nvSpPr>
          <p:cNvPr id="4" name="Footer Placeholder 3">
            <a:extLst>
              <a:ext uri="{FF2B5EF4-FFF2-40B4-BE49-F238E27FC236}">
                <a16:creationId xmlns:a16="http://schemas.microsoft.com/office/drawing/2014/main" id="{7620C81B-776D-DC30-55A2-EA88E4F88859}"/>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A85415D5-E5C8-8149-8C3A-C1CA6178FB64}"/>
              </a:ext>
            </a:extLst>
          </p:cNvPr>
          <p:cNvSpPr>
            <a:spLocks noGrp="1"/>
          </p:cNvSpPr>
          <p:nvPr>
            <p:ph type="sldNum" sz="quarter" idx="12"/>
          </p:nvPr>
        </p:nvSpPr>
        <p:spPr/>
        <p:txBody>
          <a:bodyPr/>
          <a:lstStyle/>
          <a:p>
            <a:r>
              <a:rPr lang="en-US"/>
              <a:t>PAGE  </a:t>
            </a:r>
            <a:fld id="{93005692-73BE-493E-93AB-ECD6027A7652}" type="slidenum">
              <a:rPr lang="en-US" smtClean="0"/>
              <a:pPr/>
              <a:t>41</a:t>
            </a:fld>
            <a:endParaRPr lang="en-US" dirty="0"/>
          </a:p>
        </p:txBody>
      </p:sp>
      <p:pic>
        <p:nvPicPr>
          <p:cNvPr id="11" name="Content Placeholder 10">
            <a:extLst>
              <a:ext uri="{FF2B5EF4-FFF2-40B4-BE49-F238E27FC236}">
                <a16:creationId xmlns:a16="http://schemas.microsoft.com/office/drawing/2014/main" id="{5F5A20FD-45C2-2121-0C25-0EEAAEB9678A}"/>
              </a:ext>
            </a:extLst>
          </p:cNvPr>
          <p:cNvPicPr>
            <a:picLocks noGrp="1" noChangeAspect="1"/>
          </p:cNvPicPr>
          <p:nvPr>
            <p:ph idx="1"/>
          </p:nvPr>
        </p:nvPicPr>
        <p:blipFill>
          <a:blip r:embed="rId2"/>
          <a:stretch>
            <a:fillRect/>
          </a:stretch>
        </p:blipFill>
        <p:spPr>
          <a:xfrm>
            <a:off x="2368550" y="1412875"/>
            <a:ext cx="7353300" cy="4595813"/>
          </a:xfrm>
        </p:spPr>
      </p:pic>
    </p:spTree>
    <p:extLst>
      <p:ext uri="{BB962C8B-B14F-4D97-AF65-F5344CB8AC3E}">
        <p14:creationId xmlns:p14="http://schemas.microsoft.com/office/powerpoint/2010/main" val="3019939946"/>
      </p:ext>
    </p:extLst>
  </p:cSld>
  <p:clrMapOvr>
    <a:masterClrMapping/>
  </p:clrMapOvr>
  <p:transition spd="slow">
    <p:push dir="u"/>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AD114-1374-435B-4F2C-BEE79B8D6DCF}"/>
              </a:ext>
            </a:extLst>
          </p:cNvPr>
          <p:cNvSpPr>
            <a:spLocks noGrp="1"/>
          </p:cNvSpPr>
          <p:nvPr>
            <p:ph type="title"/>
          </p:nvPr>
        </p:nvSpPr>
        <p:spPr/>
        <p:txBody>
          <a:bodyPr/>
          <a:lstStyle/>
          <a:p>
            <a:r>
              <a:rPr lang="en-US" dirty="0"/>
              <a:t>300</a:t>
            </a:r>
          </a:p>
        </p:txBody>
      </p:sp>
      <p:pic>
        <p:nvPicPr>
          <p:cNvPr id="7" name="Content Placeholder 6">
            <a:extLst>
              <a:ext uri="{FF2B5EF4-FFF2-40B4-BE49-F238E27FC236}">
                <a16:creationId xmlns:a16="http://schemas.microsoft.com/office/drawing/2014/main" id="{632EC615-4E7D-EB2F-59BC-27749D067721}"/>
              </a:ext>
            </a:extLst>
          </p:cNvPr>
          <p:cNvPicPr>
            <a:picLocks noGrp="1" noChangeAspect="1"/>
          </p:cNvPicPr>
          <p:nvPr>
            <p:ph idx="1"/>
          </p:nvPr>
        </p:nvPicPr>
        <p:blipFill>
          <a:blip r:embed="rId2"/>
          <a:stretch>
            <a:fillRect/>
          </a:stretch>
        </p:blipFill>
        <p:spPr>
          <a:xfrm>
            <a:off x="2690351" y="1412875"/>
            <a:ext cx="6709698" cy="4595813"/>
          </a:xfrm>
        </p:spPr>
      </p:pic>
      <p:sp>
        <p:nvSpPr>
          <p:cNvPr id="4" name="Footer Placeholder 3">
            <a:extLst>
              <a:ext uri="{FF2B5EF4-FFF2-40B4-BE49-F238E27FC236}">
                <a16:creationId xmlns:a16="http://schemas.microsoft.com/office/drawing/2014/main" id="{D37A0FB0-6B27-0DE8-C739-1D0D25F24D10}"/>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44BA2B18-0EC6-DA55-BA20-CEFD0DFC7372}"/>
              </a:ext>
            </a:extLst>
          </p:cNvPr>
          <p:cNvSpPr>
            <a:spLocks noGrp="1"/>
          </p:cNvSpPr>
          <p:nvPr>
            <p:ph type="sldNum" sz="quarter" idx="12"/>
          </p:nvPr>
        </p:nvSpPr>
        <p:spPr/>
        <p:txBody>
          <a:bodyPr/>
          <a:lstStyle/>
          <a:p>
            <a:r>
              <a:rPr lang="en-US"/>
              <a:t>PAGE  </a:t>
            </a:r>
            <a:fld id="{93005692-73BE-493E-93AB-ECD6027A7652}" type="slidenum">
              <a:rPr lang="en-US" smtClean="0"/>
              <a:pPr/>
              <a:t>42</a:t>
            </a:fld>
            <a:endParaRPr lang="en-US" dirty="0"/>
          </a:p>
        </p:txBody>
      </p:sp>
    </p:spTree>
    <p:extLst>
      <p:ext uri="{BB962C8B-B14F-4D97-AF65-F5344CB8AC3E}">
        <p14:creationId xmlns:p14="http://schemas.microsoft.com/office/powerpoint/2010/main" val="1706832601"/>
      </p:ext>
    </p:extLst>
  </p:cSld>
  <p:clrMapOvr>
    <a:masterClrMapping/>
  </p:clrMapOvr>
  <p:transition spd="slow">
    <p:push dir="u"/>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BF687-CCFE-9EDA-A068-C67176E960A6}"/>
              </a:ext>
            </a:extLst>
          </p:cNvPr>
          <p:cNvSpPr>
            <a:spLocks noGrp="1"/>
          </p:cNvSpPr>
          <p:nvPr>
            <p:ph type="title"/>
          </p:nvPr>
        </p:nvSpPr>
        <p:spPr/>
        <p:txBody>
          <a:bodyPr/>
          <a:lstStyle/>
          <a:p>
            <a:r>
              <a:rPr lang="en-US" dirty="0"/>
              <a:t>KKT - 200</a:t>
            </a:r>
          </a:p>
        </p:txBody>
      </p:sp>
      <p:pic>
        <p:nvPicPr>
          <p:cNvPr id="7" name="Content Placeholder 6">
            <a:extLst>
              <a:ext uri="{FF2B5EF4-FFF2-40B4-BE49-F238E27FC236}">
                <a16:creationId xmlns:a16="http://schemas.microsoft.com/office/drawing/2014/main" id="{26165414-B3BC-9F07-6DE0-6236875EE61E}"/>
              </a:ext>
            </a:extLst>
          </p:cNvPr>
          <p:cNvPicPr>
            <a:picLocks noGrp="1" noChangeAspect="1"/>
          </p:cNvPicPr>
          <p:nvPr>
            <p:ph idx="1"/>
          </p:nvPr>
        </p:nvPicPr>
        <p:blipFill>
          <a:blip r:embed="rId2"/>
          <a:stretch>
            <a:fillRect/>
          </a:stretch>
        </p:blipFill>
        <p:spPr>
          <a:xfrm>
            <a:off x="2368550" y="1412875"/>
            <a:ext cx="7353300" cy="4595813"/>
          </a:xfrm>
        </p:spPr>
      </p:pic>
      <p:sp>
        <p:nvSpPr>
          <p:cNvPr id="4" name="Footer Placeholder 3">
            <a:extLst>
              <a:ext uri="{FF2B5EF4-FFF2-40B4-BE49-F238E27FC236}">
                <a16:creationId xmlns:a16="http://schemas.microsoft.com/office/drawing/2014/main" id="{A84012DA-82E8-A27B-7FAE-BA191169D536}"/>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30F55F78-8146-C10B-3E70-ABB917E3DE33}"/>
              </a:ext>
            </a:extLst>
          </p:cNvPr>
          <p:cNvSpPr>
            <a:spLocks noGrp="1"/>
          </p:cNvSpPr>
          <p:nvPr>
            <p:ph type="sldNum" sz="quarter" idx="12"/>
          </p:nvPr>
        </p:nvSpPr>
        <p:spPr/>
        <p:txBody>
          <a:bodyPr/>
          <a:lstStyle/>
          <a:p>
            <a:r>
              <a:rPr lang="en-US"/>
              <a:t>PAGE  </a:t>
            </a:r>
            <a:fld id="{93005692-73BE-493E-93AB-ECD6027A7652}" type="slidenum">
              <a:rPr lang="en-US" smtClean="0"/>
              <a:pPr/>
              <a:t>43</a:t>
            </a:fld>
            <a:endParaRPr lang="en-US" dirty="0"/>
          </a:p>
        </p:txBody>
      </p:sp>
    </p:spTree>
    <p:extLst>
      <p:ext uri="{BB962C8B-B14F-4D97-AF65-F5344CB8AC3E}">
        <p14:creationId xmlns:p14="http://schemas.microsoft.com/office/powerpoint/2010/main" val="122814518"/>
      </p:ext>
    </p:extLst>
  </p:cSld>
  <p:clrMapOvr>
    <a:masterClrMapping/>
  </p:clrMapOvr>
  <p:transition spd="slow">
    <p:push dir="u"/>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31EDE-42DA-4780-A762-5480364596D4}"/>
              </a:ext>
            </a:extLst>
          </p:cNvPr>
          <p:cNvSpPr>
            <a:spLocks noGrp="1"/>
          </p:cNvSpPr>
          <p:nvPr>
            <p:ph type="title"/>
          </p:nvPr>
        </p:nvSpPr>
        <p:spPr/>
        <p:txBody>
          <a:bodyPr/>
          <a:lstStyle/>
          <a:p>
            <a:r>
              <a:rPr lang="en-US" dirty="0"/>
              <a:t>NN - 200</a:t>
            </a:r>
          </a:p>
        </p:txBody>
      </p:sp>
      <p:pic>
        <p:nvPicPr>
          <p:cNvPr id="7" name="Content Placeholder 6">
            <a:extLst>
              <a:ext uri="{FF2B5EF4-FFF2-40B4-BE49-F238E27FC236}">
                <a16:creationId xmlns:a16="http://schemas.microsoft.com/office/drawing/2014/main" id="{89578FEB-CA05-72B9-8AE4-852400286BAD}"/>
              </a:ext>
            </a:extLst>
          </p:cNvPr>
          <p:cNvPicPr>
            <a:picLocks noGrp="1" noChangeAspect="1"/>
          </p:cNvPicPr>
          <p:nvPr>
            <p:ph idx="1"/>
          </p:nvPr>
        </p:nvPicPr>
        <p:blipFill>
          <a:blip r:embed="rId2"/>
          <a:stretch>
            <a:fillRect/>
          </a:stretch>
        </p:blipFill>
        <p:spPr>
          <a:xfrm>
            <a:off x="2368550" y="1412875"/>
            <a:ext cx="7353300" cy="4595813"/>
          </a:xfrm>
        </p:spPr>
      </p:pic>
      <p:sp>
        <p:nvSpPr>
          <p:cNvPr id="4" name="Footer Placeholder 3">
            <a:extLst>
              <a:ext uri="{FF2B5EF4-FFF2-40B4-BE49-F238E27FC236}">
                <a16:creationId xmlns:a16="http://schemas.microsoft.com/office/drawing/2014/main" id="{D7D0BD0A-ECB2-2B1C-729B-2BF71CFBE3FE}"/>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8DA18126-1518-CB3A-013E-0DDEBA7D6EC9}"/>
              </a:ext>
            </a:extLst>
          </p:cNvPr>
          <p:cNvSpPr>
            <a:spLocks noGrp="1"/>
          </p:cNvSpPr>
          <p:nvPr>
            <p:ph type="sldNum" sz="quarter" idx="12"/>
          </p:nvPr>
        </p:nvSpPr>
        <p:spPr/>
        <p:txBody>
          <a:bodyPr/>
          <a:lstStyle/>
          <a:p>
            <a:r>
              <a:rPr lang="en-US"/>
              <a:t>PAGE  </a:t>
            </a:r>
            <a:fld id="{93005692-73BE-493E-93AB-ECD6027A7652}" type="slidenum">
              <a:rPr lang="en-US" smtClean="0"/>
              <a:pPr/>
              <a:t>44</a:t>
            </a:fld>
            <a:endParaRPr lang="en-US" dirty="0"/>
          </a:p>
        </p:txBody>
      </p:sp>
    </p:spTree>
    <p:extLst>
      <p:ext uri="{BB962C8B-B14F-4D97-AF65-F5344CB8AC3E}">
        <p14:creationId xmlns:p14="http://schemas.microsoft.com/office/powerpoint/2010/main" val="2879722833"/>
      </p:ext>
    </p:extLst>
  </p:cSld>
  <p:clrMapOvr>
    <a:masterClrMapping/>
  </p:clrMapOvr>
  <p:transition spd="slow">
    <p:push dir="u"/>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83C27-F35A-0A61-15FE-29BBE68610D4}"/>
              </a:ext>
            </a:extLst>
          </p:cNvPr>
          <p:cNvSpPr>
            <a:spLocks noGrp="1"/>
          </p:cNvSpPr>
          <p:nvPr>
            <p:ph type="title"/>
          </p:nvPr>
        </p:nvSpPr>
        <p:spPr/>
        <p:txBody>
          <a:bodyPr/>
          <a:lstStyle/>
          <a:p>
            <a:r>
              <a:rPr lang="en-US" dirty="0"/>
              <a:t>200</a:t>
            </a:r>
          </a:p>
        </p:txBody>
      </p:sp>
      <p:pic>
        <p:nvPicPr>
          <p:cNvPr id="7" name="Content Placeholder 6">
            <a:extLst>
              <a:ext uri="{FF2B5EF4-FFF2-40B4-BE49-F238E27FC236}">
                <a16:creationId xmlns:a16="http://schemas.microsoft.com/office/drawing/2014/main" id="{521EE649-E485-7791-14A6-682FAB3AC833}"/>
              </a:ext>
            </a:extLst>
          </p:cNvPr>
          <p:cNvPicPr>
            <a:picLocks noGrp="1" noChangeAspect="1"/>
          </p:cNvPicPr>
          <p:nvPr>
            <p:ph idx="1"/>
          </p:nvPr>
        </p:nvPicPr>
        <p:blipFill>
          <a:blip r:embed="rId2"/>
          <a:stretch>
            <a:fillRect/>
          </a:stretch>
        </p:blipFill>
        <p:spPr>
          <a:xfrm>
            <a:off x="3133001" y="1412875"/>
            <a:ext cx="5824397" cy="4595813"/>
          </a:xfrm>
        </p:spPr>
      </p:pic>
      <p:sp>
        <p:nvSpPr>
          <p:cNvPr id="4" name="Footer Placeholder 3">
            <a:extLst>
              <a:ext uri="{FF2B5EF4-FFF2-40B4-BE49-F238E27FC236}">
                <a16:creationId xmlns:a16="http://schemas.microsoft.com/office/drawing/2014/main" id="{0E920D60-36B4-4C88-39B0-EB9AB2D506F2}"/>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ECF0F90B-D98A-4E52-D251-7DE9CFA202C2}"/>
              </a:ext>
            </a:extLst>
          </p:cNvPr>
          <p:cNvSpPr>
            <a:spLocks noGrp="1"/>
          </p:cNvSpPr>
          <p:nvPr>
            <p:ph type="sldNum" sz="quarter" idx="12"/>
          </p:nvPr>
        </p:nvSpPr>
        <p:spPr/>
        <p:txBody>
          <a:bodyPr/>
          <a:lstStyle/>
          <a:p>
            <a:r>
              <a:rPr lang="en-US"/>
              <a:t>PAGE  </a:t>
            </a:r>
            <a:fld id="{93005692-73BE-493E-93AB-ECD6027A7652}" type="slidenum">
              <a:rPr lang="en-US" smtClean="0"/>
              <a:pPr/>
              <a:t>45</a:t>
            </a:fld>
            <a:endParaRPr lang="en-US" dirty="0"/>
          </a:p>
        </p:txBody>
      </p:sp>
    </p:spTree>
    <p:extLst>
      <p:ext uri="{BB962C8B-B14F-4D97-AF65-F5344CB8AC3E}">
        <p14:creationId xmlns:p14="http://schemas.microsoft.com/office/powerpoint/2010/main" val="2024498192"/>
      </p:ext>
    </p:extLst>
  </p:cSld>
  <p:clrMapOvr>
    <a:masterClrMapping/>
  </p:clrMapOvr>
  <p:transition spd="slow">
    <p:push dir="u"/>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EA09F-AD8E-86D8-82BA-0AB8FC04F85B}"/>
              </a:ext>
            </a:extLst>
          </p:cNvPr>
          <p:cNvSpPr>
            <a:spLocks noGrp="1"/>
          </p:cNvSpPr>
          <p:nvPr>
            <p:ph type="title"/>
          </p:nvPr>
        </p:nvSpPr>
        <p:spPr/>
        <p:txBody>
          <a:bodyPr/>
          <a:lstStyle/>
          <a:p>
            <a:r>
              <a:rPr lang="en-US" dirty="0"/>
              <a:t>KKT - 100</a:t>
            </a:r>
          </a:p>
        </p:txBody>
      </p:sp>
      <p:pic>
        <p:nvPicPr>
          <p:cNvPr id="7" name="Content Placeholder 6">
            <a:extLst>
              <a:ext uri="{FF2B5EF4-FFF2-40B4-BE49-F238E27FC236}">
                <a16:creationId xmlns:a16="http://schemas.microsoft.com/office/drawing/2014/main" id="{EAF68127-BA1F-2BC5-AB80-84E11956795E}"/>
              </a:ext>
            </a:extLst>
          </p:cNvPr>
          <p:cNvPicPr>
            <a:picLocks noGrp="1" noChangeAspect="1"/>
          </p:cNvPicPr>
          <p:nvPr>
            <p:ph idx="1"/>
          </p:nvPr>
        </p:nvPicPr>
        <p:blipFill>
          <a:blip r:embed="rId2"/>
          <a:stretch>
            <a:fillRect/>
          </a:stretch>
        </p:blipFill>
        <p:spPr>
          <a:xfrm>
            <a:off x="2368550" y="1412875"/>
            <a:ext cx="7353300" cy="4595813"/>
          </a:xfrm>
        </p:spPr>
      </p:pic>
      <p:sp>
        <p:nvSpPr>
          <p:cNvPr id="4" name="Footer Placeholder 3">
            <a:extLst>
              <a:ext uri="{FF2B5EF4-FFF2-40B4-BE49-F238E27FC236}">
                <a16:creationId xmlns:a16="http://schemas.microsoft.com/office/drawing/2014/main" id="{FF4EF69D-2D64-56BE-32AF-1B3F3B09AF48}"/>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E2C1C649-6AD7-1293-772C-94DFD4CB2BDA}"/>
              </a:ext>
            </a:extLst>
          </p:cNvPr>
          <p:cNvSpPr>
            <a:spLocks noGrp="1"/>
          </p:cNvSpPr>
          <p:nvPr>
            <p:ph type="sldNum" sz="quarter" idx="12"/>
          </p:nvPr>
        </p:nvSpPr>
        <p:spPr/>
        <p:txBody>
          <a:bodyPr/>
          <a:lstStyle/>
          <a:p>
            <a:r>
              <a:rPr lang="en-US"/>
              <a:t>PAGE  </a:t>
            </a:r>
            <a:fld id="{93005692-73BE-493E-93AB-ECD6027A7652}" type="slidenum">
              <a:rPr lang="en-US" smtClean="0"/>
              <a:pPr/>
              <a:t>46</a:t>
            </a:fld>
            <a:endParaRPr lang="en-US" dirty="0"/>
          </a:p>
        </p:txBody>
      </p:sp>
    </p:spTree>
    <p:extLst>
      <p:ext uri="{BB962C8B-B14F-4D97-AF65-F5344CB8AC3E}">
        <p14:creationId xmlns:p14="http://schemas.microsoft.com/office/powerpoint/2010/main" val="3789045648"/>
      </p:ext>
    </p:extLst>
  </p:cSld>
  <p:clrMapOvr>
    <a:masterClrMapping/>
  </p:clrMapOvr>
  <p:transition spd="slow">
    <p:push dir="u"/>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51AEF-20F0-DF9B-A24A-8385BED3507D}"/>
              </a:ext>
            </a:extLst>
          </p:cNvPr>
          <p:cNvSpPr>
            <a:spLocks noGrp="1"/>
          </p:cNvSpPr>
          <p:nvPr>
            <p:ph type="title"/>
          </p:nvPr>
        </p:nvSpPr>
        <p:spPr/>
        <p:txBody>
          <a:bodyPr/>
          <a:lstStyle/>
          <a:p>
            <a:r>
              <a:rPr lang="en-US" dirty="0"/>
              <a:t>NN - 100</a:t>
            </a:r>
          </a:p>
        </p:txBody>
      </p:sp>
      <p:pic>
        <p:nvPicPr>
          <p:cNvPr id="7" name="Content Placeholder 6">
            <a:extLst>
              <a:ext uri="{FF2B5EF4-FFF2-40B4-BE49-F238E27FC236}">
                <a16:creationId xmlns:a16="http://schemas.microsoft.com/office/drawing/2014/main" id="{EAB518DF-B879-2909-5AF9-01892EBDFD6A}"/>
              </a:ext>
            </a:extLst>
          </p:cNvPr>
          <p:cNvPicPr>
            <a:picLocks noGrp="1" noChangeAspect="1"/>
          </p:cNvPicPr>
          <p:nvPr>
            <p:ph idx="1"/>
          </p:nvPr>
        </p:nvPicPr>
        <p:blipFill>
          <a:blip r:embed="rId2"/>
          <a:stretch>
            <a:fillRect/>
          </a:stretch>
        </p:blipFill>
        <p:spPr>
          <a:xfrm>
            <a:off x="2368550" y="1412875"/>
            <a:ext cx="7353300" cy="4595813"/>
          </a:xfrm>
        </p:spPr>
      </p:pic>
      <p:sp>
        <p:nvSpPr>
          <p:cNvPr id="4" name="Footer Placeholder 3">
            <a:extLst>
              <a:ext uri="{FF2B5EF4-FFF2-40B4-BE49-F238E27FC236}">
                <a16:creationId xmlns:a16="http://schemas.microsoft.com/office/drawing/2014/main" id="{50B9E731-BBC3-9A4D-859C-0CA32CE73AC6}"/>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606C780E-B066-300C-A56E-46FF4124E8E7}"/>
              </a:ext>
            </a:extLst>
          </p:cNvPr>
          <p:cNvSpPr>
            <a:spLocks noGrp="1"/>
          </p:cNvSpPr>
          <p:nvPr>
            <p:ph type="sldNum" sz="quarter" idx="12"/>
          </p:nvPr>
        </p:nvSpPr>
        <p:spPr/>
        <p:txBody>
          <a:bodyPr/>
          <a:lstStyle/>
          <a:p>
            <a:r>
              <a:rPr lang="en-US"/>
              <a:t>PAGE  </a:t>
            </a:r>
            <a:fld id="{93005692-73BE-493E-93AB-ECD6027A7652}" type="slidenum">
              <a:rPr lang="en-US" smtClean="0"/>
              <a:pPr/>
              <a:t>47</a:t>
            </a:fld>
            <a:endParaRPr lang="en-US" dirty="0"/>
          </a:p>
        </p:txBody>
      </p:sp>
    </p:spTree>
    <p:extLst>
      <p:ext uri="{BB962C8B-B14F-4D97-AF65-F5344CB8AC3E}">
        <p14:creationId xmlns:p14="http://schemas.microsoft.com/office/powerpoint/2010/main" val="3561984832"/>
      </p:ext>
    </p:extLst>
  </p:cSld>
  <p:clrMapOvr>
    <a:masterClrMapping/>
  </p:clrMapOvr>
  <p:transition spd="slow">
    <p:push dir="u"/>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B7853-0402-CC6C-5A53-F6A9C6C83399}"/>
              </a:ext>
            </a:extLst>
          </p:cNvPr>
          <p:cNvSpPr>
            <a:spLocks noGrp="1"/>
          </p:cNvSpPr>
          <p:nvPr>
            <p:ph type="title"/>
          </p:nvPr>
        </p:nvSpPr>
        <p:spPr/>
        <p:txBody>
          <a:bodyPr/>
          <a:lstStyle/>
          <a:p>
            <a:r>
              <a:rPr lang="en-US" dirty="0"/>
              <a:t>100</a:t>
            </a:r>
          </a:p>
        </p:txBody>
      </p:sp>
      <p:pic>
        <p:nvPicPr>
          <p:cNvPr id="7" name="Content Placeholder 6">
            <a:extLst>
              <a:ext uri="{FF2B5EF4-FFF2-40B4-BE49-F238E27FC236}">
                <a16:creationId xmlns:a16="http://schemas.microsoft.com/office/drawing/2014/main" id="{79CC0F1F-4520-E665-B10E-4D1958590CCA}"/>
              </a:ext>
            </a:extLst>
          </p:cNvPr>
          <p:cNvPicPr>
            <a:picLocks noGrp="1" noChangeAspect="1"/>
          </p:cNvPicPr>
          <p:nvPr>
            <p:ph idx="1"/>
          </p:nvPr>
        </p:nvPicPr>
        <p:blipFill>
          <a:blip r:embed="rId2"/>
          <a:stretch>
            <a:fillRect/>
          </a:stretch>
        </p:blipFill>
        <p:spPr>
          <a:xfrm>
            <a:off x="3116405" y="1412875"/>
            <a:ext cx="5857590" cy="4595813"/>
          </a:xfrm>
        </p:spPr>
      </p:pic>
      <p:sp>
        <p:nvSpPr>
          <p:cNvPr id="4" name="Footer Placeholder 3">
            <a:extLst>
              <a:ext uri="{FF2B5EF4-FFF2-40B4-BE49-F238E27FC236}">
                <a16:creationId xmlns:a16="http://schemas.microsoft.com/office/drawing/2014/main" id="{4C137FE1-0DCC-032F-323B-A17775E5B2B5}"/>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D7082B99-BEE0-087E-BD10-19AA0161C6EE}"/>
              </a:ext>
            </a:extLst>
          </p:cNvPr>
          <p:cNvSpPr>
            <a:spLocks noGrp="1"/>
          </p:cNvSpPr>
          <p:nvPr>
            <p:ph type="sldNum" sz="quarter" idx="12"/>
          </p:nvPr>
        </p:nvSpPr>
        <p:spPr/>
        <p:txBody>
          <a:bodyPr/>
          <a:lstStyle/>
          <a:p>
            <a:r>
              <a:rPr lang="en-US"/>
              <a:t>PAGE  </a:t>
            </a:r>
            <a:fld id="{93005692-73BE-493E-93AB-ECD6027A7652}" type="slidenum">
              <a:rPr lang="en-US" smtClean="0"/>
              <a:pPr/>
              <a:t>48</a:t>
            </a:fld>
            <a:endParaRPr lang="en-US" dirty="0"/>
          </a:p>
        </p:txBody>
      </p:sp>
    </p:spTree>
    <p:extLst>
      <p:ext uri="{BB962C8B-B14F-4D97-AF65-F5344CB8AC3E}">
        <p14:creationId xmlns:p14="http://schemas.microsoft.com/office/powerpoint/2010/main" val="3816935030"/>
      </p:ext>
    </p:extLst>
  </p:cSld>
  <p:clrMapOvr>
    <a:masterClrMapping/>
  </p:clrMapOvr>
  <p:transition spd="slow">
    <p:push dir="u"/>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9C74F-65FA-CDEF-42FF-ECCC82098690}"/>
              </a:ext>
            </a:extLst>
          </p:cNvPr>
          <p:cNvSpPr>
            <a:spLocks noGrp="1"/>
          </p:cNvSpPr>
          <p:nvPr>
            <p:ph type="title"/>
          </p:nvPr>
        </p:nvSpPr>
        <p:spPr/>
        <p:txBody>
          <a:bodyPr/>
          <a:lstStyle/>
          <a:p>
            <a:r>
              <a:rPr lang="en-US" dirty="0"/>
              <a:t>KKT - 600</a:t>
            </a:r>
          </a:p>
        </p:txBody>
      </p:sp>
      <p:pic>
        <p:nvPicPr>
          <p:cNvPr id="7" name="Content Placeholder 6">
            <a:extLst>
              <a:ext uri="{FF2B5EF4-FFF2-40B4-BE49-F238E27FC236}">
                <a16:creationId xmlns:a16="http://schemas.microsoft.com/office/drawing/2014/main" id="{6B58D988-15FF-A743-3E29-1C5103FAF1AE}"/>
              </a:ext>
            </a:extLst>
          </p:cNvPr>
          <p:cNvPicPr>
            <a:picLocks noGrp="1" noChangeAspect="1"/>
          </p:cNvPicPr>
          <p:nvPr>
            <p:ph idx="1"/>
          </p:nvPr>
        </p:nvPicPr>
        <p:blipFill>
          <a:blip r:embed="rId2"/>
          <a:stretch>
            <a:fillRect/>
          </a:stretch>
        </p:blipFill>
        <p:spPr>
          <a:xfrm>
            <a:off x="2368550" y="1412875"/>
            <a:ext cx="7353300" cy="4595813"/>
          </a:xfrm>
        </p:spPr>
      </p:pic>
      <p:sp>
        <p:nvSpPr>
          <p:cNvPr id="4" name="Footer Placeholder 3">
            <a:extLst>
              <a:ext uri="{FF2B5EF4-FFF2-40B4-BE49-F238E27FC236}">
                <a16:creationId xmlns:a16="http://schemas.microsoft.com/office/drawing/2014/main" id="{AC3C989F-648E-0C06-2F31-EC2A9F41BD3F}"/>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E56EA1CA-F9E6-252B-C304-C33B814D23E0}"/>
              </a:ext>
            </a:extLst>
          </p:cNvPr>
          <p:cNvSpPr>
            <a:spLocks noGrp="1"/>
          </p:cNvSpPr>
          <p:nvPr>
            <p:ph type="sldNum" sz="quarter" idx="12"/>
          </p:nvPr>
        </p:nvSpPr>
        <p:spPr/>
        <p:txBody>
          <a:bodyPr/>
          <a:lstStyle/>
          <a:p>
            <a:r>
              <a:rPr lang="en-US"/>
              <a:t>PAGE  </a:t>
            </a:r>
            <a:fld id="{93005692-73BE-493E-93AB-ECD6027A7652}" type="slidenum">
              <a:rPr lang="en-US" smtClean="0"/>
              <a:pPr/>
              <a:t>49</a:t>
            </a:fld>
            <a:endParaRPr lang="en-US" dirty="0"/>
          </a:p>
        </p:txBody>
      </p:sp>
    </p:spTree>
    <p:extLst>
      <p:ext uri="{BB962C8B-B14F-4D97-AF65-F5344CB8AC3E}">
        <p14:creationId xmlns:p14="http://schemas.microsoft.com/office/powerpoint/2010/main" val="702320788"/>
      </p:ext>
    </p:extLst>
  </p:cSld>
  <p:clrMapOvr>
    <a:masterClrMapping/>
  </p:clrMapOvr>
  <p:transition spd="slow">
    <p:push dir="u"/>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0CDCD-B520-FC6A-8157-6F41E95609E7}"/>
              </a:ext>
            </a:extLst>
          </p:cNvPr>
          <p:cNvSpPr>
            <a:spLocks noGrp="1"/>
          </p:cNvSpPr>
          <p:nvPr>
            <p:ph type="title"/>
          </p:nvPr>
        </p:nvSpPr>
        <p:spPr/>
        <p:txBody>
          <a:bodyPr/>
          <a:lstStyle/>
          <a:p>
            <a:r>
              <a:rPr lang="en-US" dirty="0"/>
              <a:t>NN - 600</a:t>
            </a:r>
          </a:p>
        </p:txBody>
      </p:sp>
      <p:pic>
        <p:nvPicPr>
          <p:cNvPr id="7" name="Content Placeholder 6">
            <a:extLst>
              <a:ext uri="{FF2B5EF4-FFF2-40B4-BE49-F238E27FC236}">
                <a16:creationId xmlns:a16="http://schemas.microsoft.com/office/drawing/2014/main" id="{16E2F361-70A8-7F8B-4EEB-8BFD70077212}"/>
              </a:ext>
            </a:extLst>
          </p:cNvPr>
          <p:cNvPicPr>
            <a:picLocks noGrp="1" noChangeAspect="1"/>
          </p:cNvPicPr>
          <p:nvPr>
            <p:ph idx="1"/>
          </p:nvPr>
        </p:nvPicPr>
        <p:blipFill>
          <a:blip r:embed="rId2"/>
          <a:stretch>
            <a:fillRect/>
          </a:stretch>
        </p:blipFill>
        <p:spPr>
          <a:xfrm>
            <a:off x="2368550" y="1412875"/>
            <a:ext cx="7353300" cy="4595813"/>
          </a:xfrm>
        </p:spPr>
      </p:pic>
      <p:sp>
        <p:nvSpPr>
          <p:cNvPr id="4" name="Footer Placeholder 3">
            <a:extLst>
              <a:ext uri="{FF2B5EF4-FFF2-40B4-BE49-F238E27FC236}">
                <a16:creationId xmlns:a16="http://schemas.microsoft.com/office/drawing/2014/main" id="{53236EBD-8E90-5CD5-76A7-8C2EE9EAD3F8}"/>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542441DF-3AD1-7F07-A3E0-FC2F92700D2C}"/>
              </a:ext>
            </a:extLst>
          </p:cNvPr>
          <p:cNvSpPr>
            <a:spLocks noGrp="1"/>
          </p:cNvSpPr>
          <p:nvPr>
            <p:ph type="sldNum" sz="quarter" idx="12"/>
          </p:nvPr>
        </p:nvSpPr>
        <p:spPr/>
        <p:txBody>
          <a:bodyPr/>
          <a:lstStyle/>
          <a:p>
            <a:r>
              <a:rPr lang="en-US"/>
              <a:t>PAGE  </a:t>
            </a:r>
            <a:fld id="{93005692-73BE-493E-93AB-ECD6027A7652}" type="slidenum">
              <a:rPr lang="en-US" smtClean="0"/>
              <a:pPr/>
              <a:t>50</a:t>
            </a:fld>
            <a:endParaRPr lang="en-US" dirty="0"/>
          </a:p>
        </p:txBody>
      </p:sp>
    </p:spTree>
    <p:extLst>
      <p:ext uri="{BB962C8B-B14F-4D97-AF65-F5344CB8AC3E}">
        <p14:creationId xmlns:p14="http://schemas.microsoft.com/office/powerpoint/2010/main" val="714113199"/>
      </p:ext>
    </p:extLst>
  </p:cSld>
  <p:clrMapOvr>
    <a:masterClrMapping/>
  </p:clrMapOvr>
  <p:transition spd="slow">
    <p:push dir="u"/>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F6B97-B564-E06B-C77E-90CB37FC4382}"/>
              </a:ext>
            </a:extLst>
          </p:cNvPr>
          <p:cNvSpPr>
            <a:spLocks noGrp="1"/>
          </p:cNvSpPr>
          <p:nvPr>
            <p:ph type="title"/>
          </p:nvPr>
        </p:nvSpPr>
        <p:spPr/>
        <p:txBody>
          <a:bodyPr/>
          <a:lstStyle/>
          <a:p>
            <a:r>
              <a:rPr lang="en-US" dirty="0"/>
              <a:t>600</a:t>
            </a:r>
          </a:p>
        </p:txBody>
      </p:sp>
      <p:pic>
        <p:nvPicPr>
          <p:cNvPr id="7" name="Content Placeholder 6">
            <a:extLst>
              <a:ext uri="{FF2B5EF4-FFF2-40B4-BE49-F238E27FC236}">
                <a16:creationId xmlns:a16="http://schemas.microsoft.com/office/drawing/2014/main" id="{0D7CB602-952D-3D38-EEF9-818C118B40A4}"/>
              </a:ext>
            </a:extLst>
          </p:cNvPr>
          <p:cNvPicPr>
            <a:picLocks noGrp="1" noChangeAspect="1"/>
          </p:cNvPicPr>
          <p:nvPr>
            <p:ph idx="1"/>
          </p:nvPr>
        </p:nvPicPr>
        <p:blipFill>
          <a:blip r:embed="rId2"/>
          <a:stretch>
            <a:fillRect/>
          </a:stretch>
        </p:blipFill>
        <p:spPr>
          <a:xfrm>
            <a:off x="3011064" y="1414936"/>
            <a:ext cx="6068272" cy="4591691"/>
          </a:xfrm>
        </p:spPr>
      </p:pic>
      <p:sp>
        <p:nvSpPr>
          <p:cNvPr id="4" name="Footer Placeholder 3">
            <a:extLst>
              <a:ext uri="{FF2B5EF4-FFF2-40B4-BE49-F238E27FC236}">
                <a16:creationId xmlns:a16="http://schemas.microsoft.com/office/drawing/2014/main" id="{F9ADBF7C-2979-A74D-F924-DC4518092C94}"/>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72C00132-81F1-716D-4513-8A1F5F5370E1}"/>
              </a:ext>
            </a:extLst>
          </p:cNvPr>
          <p:cNvSpPr>
            <a:spLocks noGrp="1"/>
          </p:cNvSpPr>
          <p:nvPr>
            <p:ph type="sldNum" sz="quarter" idx="12"/>
          </p:nvPr>
        </p:nvSpPr>
        <p:spPr/>
        <p:txBody>
          <a:bodyPr/>
          <a:lstStyle/>
          <a:p>
            <a:r>
              <a:rPr lang="en-US"/>
              <a:t>PAGE  </a:t>
            </a:r>
            <a:fld id="{93005692-73BE-493E-93AB-ECD6027A7652}" type="slidenum">
              <a:rPr lang="en-US" smtClean="0"/>
              <a:pPr/>
              <a:t>51</a:t>
            </a:fld>
            <a:endParaRPr lang="en-US" dirty="0"/>
          </a:p>
        </p:txBody>
      </p:sp>
    </p:spTree>
    <p:extLst>
      <p:ext uri="{BB962C8B-B14F-4D97-AF65-F5344CB8AC3E}">
        <p14:creationId xmlns:p14="http://schemas.microsoft.com/office/powerpoint/2010/main" val="3841574703"/>
      </p:ext>
    </p:extLst>
  </p:cSld>
  <p:clrMapOvr>
    <a:masterClrMapping/>
  </p:clrMapOvr>
  <p:transition spd="slow">
    <p:push dir="u"/>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8A07C-A580-C99E-5136-27FBF665D564}"/>
              </a:ext>
            </a:extLst>
          </p:cNvPr>
          <p:cNvSpPr>
            <a:spLocks noGrp="1"/>
          </p:cNvSpPr>
          <p:nvPr>
            <p:ph type="title"/>
          </p:nvPr>
        </p:nvSpPr>
        <p:spPr/>
        <p:txBody>
          <a:bodyPr/>
          <a:lstStyle/>
          <a:p>
            <a:r>
              <a:rPr lang="en-US" dirty="0"/>
              <a:t>KKT - 800</a:t>
            </a:r>
          </a:p>
        </p:txBody>
      </p:sp>
      <p:pic>
        <p:nvPicPr>
          <p:cNvPr id="7" name="Content Placeholder 6">
            <a:extLst>
              <a:ext uri="{FF2B5EF4-FFF2-40B4-BE49-F238E27FC236}">
                <a16:creationId xmlns:a16="http://schemas.microsoft.com/office/drawing/2014/main" id="{F3D73C34-60D1-A46A-ECDC-9FD6D5B0ABC2}"/>
              </a:ext>
            </a:extLst>
          </p:cNvPr>
          <p:cNvPicPr>
            <a:picLocks noGrp="1" noChangeAspect="1"/>
          </p:cNvPicPr>
          <p:nvPr>
            <p:ph idx="1"/>
          </p:nvPr>
        </p:nvPicPr>
        <p:blipFill>
          <a:blip r:embed="rId2"/>
          <a:stretch>
            <a:fillRect/>
          </a:stretch>
        </p:blipFill>
        <p:spPr>
          <a:xfrm>
            <a:off x="2368550" y="1412875"/>
            <a:ext cx="7353300" cy="4595813"/>
          </a:xfrm>
        </p:spPr>
      </p:pic>
      <p:sp>
        <p:nvSpPr>
          <p:cNvPr id="4" name="Footer Placeholder 3">
            <a:extLst>
              <a:ext uri="{FF2B5EF4-FFF2-40B4-BE49-F238E27FC236}">
                <a16:creationId xmlns:a16="http://schemas.microsoft.com/office/drawing/2014/main" id="{BB0554E0-4A56-05A4-8029-D665B3346E9A}"/>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EC132E00-DF78-0FA1-F501-AEC1A9526A96}"/>
              </a:ext>
            </a:extLst>
          </p:cNvPr>
          <p:cNvSpPr>
            <a:spLocks noGrp="1"/>
          </p:cNvSpPr>
          <p:nvPr>
            <p:ph type="sldNum" sz="quarter" idx="12"/>
          </p:nvPr>
        </p:nvSpPr>
        <p:spPr/>
        <p:txBody>
          <a:bodyPr/>
          <a:lstStyle/>
          <a:p>
            <a:r>
              <a:rPr lang="en-US"/>
              <a:t>PAGE  </a:t>
            </a:r>
            <a:fld id="{93005692-73BE-493E-93AB-ECD6027A7652}" type="slidenum">
              <a:rPr lang="en-US" smtClean="0"/>
              <a:pPr/>
              <a:t>52</a:t>
            </a:fld>
            <a:endParaRPr lang="en-US" dirty="0"/>
          </a:p>
        </p:txBody>
      </p:sp>
    </p:spTree>
    <p:extLst>
      <p:ext uri="{BB962C8B-B14F-4D97-AF65-F5344CB8AC3E}">
        <p14:creationId xmlns:p14="http://schemas.microsoft.com/office/powerpoint/2010/main" val="1638153654"/>
      </p:ext>
    </p:extLst>
  </p:cSld>
  <p:clrMapOvr>
    <a:masterClrMapping/>
  </p:clrMapOvr>
  <p:transition spd="slow">
    <p:push dir="u"/>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1A8C9-E20D-B310-852B-E23C2451CDA0}"/>
              </a:ext>
            </a:extLst>
          </p:cNvPr>
          <p:cNvSpPr>
            <a:spLocks noGrp="1"/>
          </p:cNvSpPr>
          <p:nvPr>
            <p:ph type="title"/>
          </p:nvPr>
        </p:nvSpPr>
        <p:spPr/>
        <p:txBody>
          <a:bodyPr/>
          <a:lstStyle/>
          <a:p>
            <a:r>
              <a:rPr lang="en-US" dirty="0"/>
              <a:t>NN - 800</a:t>
            </a:r>
          </a:p>
        </p:txBody>
      </p:sp>
      <p:pic>
        <p:nvPicPr>
          <p:cNvPr id="7" name="Content Placeholder 6">
            <a:extLst>
              <a:ext uri="{FF2B5EF4-FFF2-40B4-BE49-F238E27FC236}">
                <a16:creationId xmlns:a16="http://schemas.microsoft.com/office/drawing/2014/main" id="{BD10ABE8-41EE-F2D1-3C9B-79B671B01439}"/>
              </a:ext>
            </a:extLst>
          </p:cNvPr>
          <p:cNvPicPr>
            <a:picLocks noGrp="1" noChangeAspect="1"/>
          </p:cNvPicPr>
          <p:nvPr>
            <p:ph idx="1"/>
          </p:nvPr>
        </p:nvPicPr>
        <p:blipFill>
          <a:blip r:embed="rId2"/>
          <a:stretch>
            <a:fillRect/>
          </a:stretch>
        </p:blipFill>
        <p:spPr>
          <a:xfrm>
            <a:off x="2368550" y="1412875"/>
            <a:ext cx="7353300" cy="4595813"/>
          </a:xfrm>
        </p:spPr>
      </p:pic>
      <p:sp>
        <p:nvSpPr>
          <p:cNvPr id="4" name="Footer Placeholder 3">
            <a:extLst>
              <a:ext uri="{FF2B5EF4-FFF2-40B4-BE49-F238E27FC236}">
                <a16:creationId xmlns:a16="http://schemas.microsoft.com/office/drawing/2014/main" id="{20F7EC04-43A3-EF3E-89AB-B83F52DE2AAD}"/>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39C9BCD0-7ED5-8AA3-5069-9A7EFE26D32D}"/>
              </a:ext>
            </a:extLst>
          </p:cNvPr>
          <p:cNvSpPr>
            <a:spLocks noGrp="1"/>
          </p:cNvSpPr>
          <p:nvPr>
            <p:ph type="sldNum" sz="quarter" idx="12"/>
          </p:nvPr>
        </p:nvSpPr>
        <p:spPr/>
        <p:txBody>
          <a:bodyPr/>
          <a:lstStyle/>
          <a:p>
            <a:r>
              <a:rPr lang="en-US"/>
              <a:t>PAGE  </a:t>
            </a:r>
            <a:fld id="{93005692-73BE-493E-93AB-ECD6027A7652}" type="slidenum">
              <a:rPr lang="en-US" smtClean="0"/>
              <a:pPr/>
              <a:t>53</a:t>
            </a:fld>
            <a:endParaRPr lang="en-US" dirty="0"/>
          </a:p>
        </p:txBody>
      </p:sp>
    </p:spTree>
    <p:extLst>
      <p:ext uri="{BB962C8B-B14F-4D97-AF65-F5344CB8AC3E}">
        <p14:creationId xmlns:p14="http://schemas.microsoft.com/office/powerpoint/2010/main" val="856275325"/>
      </p:ext>
    </p:extLst>
  </p:cSld>
  <p:clrMapOvr>
    <a:masterClrMapping/>
  </p:clrMapOvr>
  <p:transition spd="slow">
    <p:push dir="u"/>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BF0B3-AC5B-06B2-7B17-69A51474C7F1}"/>
              </a:ext>
            </a:extLst>
          </p:cNvPr>
          <p:cNvSpPr>
            <a:spLocks noGrp="1"/>
          </p:cNvSpPr>
          <p:nvPr>
            <p:ph type="title"/>
          </p:nvPr>
        </p:nvSpPr>
        <p:spPr/>
        <p:txBody>
          <a:bodyPr/>
          <a:lstStyle/>
          <a:p>
            <a:r>
              <a:rPr lang="en-US" dirty="0"/>
              <a:t>800</a:t>
            </a:r>
          </a:p>
        </p:txBody>
      </p:sp>
      <p:pic>
        <p:nvPicPr>
          <p:cNvPr id="7" name="Content Placeholder 6">
            <a:extLst>
              <a:ext uri="{FF2B5EF4-FFF2-40B4-BE49-F238E27FC236}">
                <a16:creationId xmlns:a16="http://schemas.microsoft.com/office/drawing/2014/main" id="{6B630E48-93A2-5EF6-6805-17DDCC9CF293}"/>
              </a:ext>
            </a:extLst>
          </p:cNvPr>
          <p:cNvPicPr>
            <a:picLocks noGrp="1" noChangeAspect="1"/>
          </p:cNvPicPr>
          <p:nvPr>
            <p:ph idx="1"/>
          </p:nvPr>
        </p:nvPicPr>
        <p:blipFill>
          <a:blip r:embed="rId2"/>
          <a:stretch>
            <a:fillRect/>
          </a:stretch>
        </p:blipFill>
        <p:spPr>
          <a:xfrm>
            <a:off x="3147640" y="1412875"/>
            <a:ext cx="5795119" cy="4595813"/>
          </a:xfrm>
        </p:spPr>
      </p:pic>
      <p:sp>
        <p:nvSpPr>
          <p:cNvPr id="4" name="Footer Placeholder 3">
            <a:extLst>
              <a:ext uri="{FF2B5EF4-FFF2-40B4-BE49-F238E27FC236}">
                <a16:creationId xmlns:a16="http://schemas.microsoft.com/office/drawing/2014/main" id="{E4BDB4AF-FFE4-285F-F0DE-21D27C115F77}"/>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3C2F28E3-51F3-4AD2-A85F-B647F7B0055F}"/>
              </a:ext>
            </a:extLst>
          </p:cNvPr>
          <p:cNvSpPr>
            <a:spLocks noGrp="1"/>
          </p:cNvSpPr>
          <p:nvPr>
            <p:ph type="sldNum" sz="quarter" idx="12"/>
          </p:nvPr>
        </p:nvSpPr>
        <p:spPr/>
        <p:txBody>
          <a:bodyPr/>
          <a:lstStyle/>
          <a:p>
            <a:r>
              <a:rPr lang="en-US"/>
              <a:t>PAGE  </a:t>
            </a:r>
            <a:fld id="{93005692-73BE-493E-93AB-ECD6027A7652}" type="slidenum">
              <a:rPr lang="en-US" smtClean="0"/>
              <a:pPr/>
              <a:t>54</a:t>
            </a:fld>
            <a:endParaRPr lang="en-US" dirty="0"/>
          </a:p>
        </p:txBody>
      </p:sp>
    </p:spTree>
    <p:extLst>
      <p:ext uri="{BB962C8B-B14F-4D97-AF65-F5344CB8AC3E}">
        <p14:creationId xmlns:p14="http://schemas.microsoft.com/office/powerpoint/2010/main" val="1836049917"/>
      </p:ext>
    </p:extLst>
  </p:cSld>
  <p:clrMapOvr>
    <a:masterClrMapping/>
  </p:clrMapOvr>
  <p:transition spd="slow">
    <p:push dir="u"/>
  </p:transition>
</p:sld>
</file>

<file path=ppt/theme/theme1.xml><?xml version="1.0" encoding="utf-8"?>
<a:theme xmlns:a="http://schemas.openxmlformats.org/drawingml/2006/main" name="UofWaterloo_WhiteBkgrd">
  <a:themeElements>
    <a:clrScheme name="UWaterloo Engineering">
      <a:dk1>
        <a:srgbClr val="000000"/>
      </a:dk1>
      <a:lt1>
        <a:srgbClr val="FFFFFF"/>
      </a:lt1>
      <a:dk2>
        <a:srgbClr val="757575"/>
      </a:dk2>
      <a:lt2>
        <a:srgbClr val="D6D6D6"/>
      </a:lt2>
      <a:accent1>
        <a:srgbClr val="B45DCB"/>
      </a:accent1>
      <a:accent2>
        <a:srgbClr val="0C0C0C"/>
      </a:accent2>
      <a:accent3>
        <a:srgbClr val="865DA4"/>
      </a:accent3>
      <a:accent4>
        <a:srgbClr val="C2A8F0"/>
      </a:accent4>
      <a:accent5>
        <a:srgbClr val="5D0096"/>
      </a:accent5>
      <a:accent6>
        <a:srgbClr val="865DA4"/>
      </a:accent6>
      <a:hlink>
        <a:srgbClr val="5D0096"/>
      </a:hlink>
      <a:folHlink>
        <a:srgbClr val="595959"/>
      </a:folHlink>
    </a:clrScheme>
    <a:fontScheme name="Custom 3">
      <a:majorFont>
        <a:latin typeface="Barlow Condensed"/>
        <a:ea typeface=""/>
        <a:cs typeface=""/>
      </a:majorFont>
      <a:minorFont>
        <a:latin typeface="Georg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aculty_of_engineering_powerpoint_template_16-9_widescreen" id="{987C9BB4-A0D7-4E4D-8D46-56A52F7D2DA8}" vid="{9C87E2C4-D19B-8F42-9558-536F7D440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5d8f0207-1964-4a5e-9049-2927796093eb">
      <Terms xmlns="http://schemas.microsoft.com/office/infopath/2007/PartnerControls"/>
    </lcf76f155ced4ddcb4097134ff3c332f>
    <TaxCatchAll xmlns="9bed8fe0-fd4c-4f92-9936-a2497f3396f6"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535D3CEC2F76A4CA1EC3507E2D03D36" ma:contentTypeVersion="16" ma:contentTypeDescription="Create a new document." ma:contentTypeScope="" ma:versionID="bb97bee70b1606bbb700640dacabe47f">
  <xsd:schema xmlns:xsd="http://www.w3.org/2001/XMLSchema" xmlns:xs="http://www.w3.org/2001/XMLSchema" xmlns:p="http://schemas.microsoft.com/office/2006/metadata/properties" xmlns:ns2="9bed8fe0-fd4c-4f92-9936-a2497f3396f6" xmlns:ns3="5d8f0207-1964-4a5e-9049-2927796093eb" targetNamespace="http://schemas.microsoft.com/office/2006/metadata/properties" ma:root="true" ma:fieldsID="5de26a37e5c2406e777d4ddd47cd8e40" ns2:_="" ns3:_="">
    <xsd:import namespace="9bed8fe0-fd4c-4f92-9936-a2497f3396f6"/>
    <xsd:import namespace="5d8f0207-1964-4a5e-9049-2927796093eb"/>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ObjectDetectorVersions" minOccurs="0"/>
                <xsd:element ref="ns3:MediaServiceSearchProperties" minOccurs="0"/>
                <xsd:element ref="ns3:lcf76f155ced4ddcb4097134ff3c332f" minOccurs="0"/>
                <xsd:element ref="ns2:TaxCatchAll" minOccurs="0"/>
                <xsd:element ref="ns3:MediaServiceDateTaken"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bed8fe0-fd4c-4f92-9936-a2497f3396f6" elementFormDefault="qualified">
    <xsd:import namespace="http://schemas.microsoft.com/office/2006/documentManagement/types"/>
    <xsd:import namespace="http://schemas.microsoft.com/office/infopath/2007/PartnerControls"/>
    <xsd:element name="SharedWithUsers" ma:index="8" nillable="true" ma:displayName="Shared With" ma:SearchPeopleOnly="false" ma:SharePointGroup="0" ma:internalName="SharedWithUsers" ma:readOnly="true" ma:showField="ImnNam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8" nillable="true" ma:displayName="Taxonomy Catch All Column" ma:hidden="true" ma:list="{ba7b523d-fb2c-44c1-96a9-2a2e1bedae48}" ma:internalName="TaxCatchAll" ma:showField="CatchAllData" ma:web="9bed8fe0-fd4c-4f92-9936-a2497f3396f6">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5d8f0207-1964-4a5e-9049-2927796093eb"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cbf906fe-3e8e-4b22-a6fd-bde302b9218c" ma:termSetId="09814cd3-568e-fe90-9814-8d621ff8fb84" ma:anchorId="fba54fb3-c3e1-fe81-a776-ca4b69148c4d" ma:open="true" ma:isKeyword="false">
      <xsd:complexType>
        <xsd:sequence>
          <xsd:element ref="pc:Terms" minOccurs="0" maxOccurs="1"/>
        </xsd:sequence>
      </xsd:complex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46C92BA-2C15-4648-8094-8AE24EF764A2}">
  <ds:schemaRefs>
    <ds:schemaRef ds:uri="http://schemas.microsoft.com/office/2006/metadata/properties"/>
    <ds:schemaRef ds:uri="http://schemas.microsoft.com/office/infopath/2007/PartnerControls"/>
    <ds:schemaRef ds:uri="5d8f0207-1964-4a5e-9049-2927796093eb"/>
    <ds:schemaRef ds:uri="9bed8fe0-fd4c-4f92-9936-a2497f3396f6"/>
  </ds:schemaRefs>
</ds:datastoreItem>
</file>

<file path=customXml/itemProps2.xml><?xml version="1.0" encoding="utf-8"?>
<ds:datastoreItem xmlns:ds="http://schemas.openxmlformats.org/officeDocument/2006/customXml" ds:itemID="{87F4C4DB-07ED-49AD-9A79-4094EE45E6E4}">
  <ds:schemaRefs>
    <ds:schemaRef ds:uri="http://schemas.microsoft.com/sharepoint/v3/contenttype/forms"/>
  </ds:schemaRefs>
</ds:datastoreItem>
</file>

<file path=customXml/itemProps3.xml><?xml version="1.0" encoding="utf-8"?>
<ds:datastoreItem xmlns:ds="http://schemas.openxmlformats.org/officeDocument/2006/customXml" ds:itemID="{9796CB3A-B122-4517-855C-0F4A88E980E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bed8fe0-fd4c-4f92-9936-a2497f3396f6"/>
    <ds:schemaRef ds:uri="5d8f0207-1964-4a5e-9049-2927796093e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723a5a87-f39a-4a22-9247-3fc240c01396}" enabled="0" method="" siteId="{723a5a87-f39a-4a22-9247-3fc240c01396}" removed="1"/>
</clbl:labelList>
</file>

<file path=docProps/app.xml><?xml version="1.0" encoding="utf-8"?>
<Properties xmlns="http://schemas.openxmlformats.org/officeDocument/2006/extended-properties" xmlns:vt="http://schemas.openxmlformats.org/officeDocument/2006/docPropsVTypes">
  <Template>engineering_powerpoint_template_16-9_widescreen</Template>
  <TotalTime>71315</TotalTime>
  <Words>671</Words>
  <Application>Microsoft Office PowerPoint</Application>
  <PresentationFormat>Widescreen</PresentationFormat>
  <Paragraphs>163</Paragraphs>
  <Slides>54</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54</vt:i4>
      </vt:variant>
    </vt:vector>
  </HeadingPairs>
  <TitlesOfParts>
    <vt:vector size="61" baseType="lpstr">
      <vt:lpstr>Arial</vt:lpstr>
      <vt:lpstr>Barlow Condensed</vt:lpstr>
      <vt:lpstr>Calibri</vt:lpstr>
      <vt:lpstr>Georgia</vt:lpstr>
      <vt:lpstr>Verdana</vt:lpstr>
      <vt:lpstr>Wingdings</vt:lpstr>
      <vt:lpstr>UofWaterloo_WhiteBkgrd</vt:lpstr>
      <vt:lpstr>Research Progress Update</vt:lpstr>
      <vt:lpstr>Loss – برای A, B, b مطابق با قسمت دوم خطی</vt:lpstr>
      <vt:lpstr>PowerPoint Presentation</vt:lpstr>
      <vt:lpstr>No use of sigmoid, use both linearized constraints for whole range</vt:lpstr>
      <vt:lpstr>No use of sigmoid, use both linearized constraints for whole range</vt:lpstr>
      <vt:lpstr>No use of sigmoid, use both linearized constraints for whole range</vt:lpstr>
      <vt:lpstr>No use of sigmoid, use second half linearized constraint</vt:lpstr>
      <vt:lpstr>No use of sigmoid, use second half linearized constraint</vt:lpstr>
      <vt:lpstr>No use of sigmoid, use second half linearized constraint</vt:lpstr>
      <vt:lpstr>Use of sigmoid, use second half linearized constraint</vt:lpstr>
      <vt:lpstr>Use of sigmoid, use second half linearized constraint</vt:lpstr>
      <vt:lpstr>Use of sigmoid, use second half linearized constraint</vt:lpstr>
      <vt:lpstr>No use of sigmoid, use first half linearized constraint</vt:lpstr>
      <vt:lpstr>No use of sigmoid, use first half linearized constraint</vt:lpstr>
      <vt:lpstr>No use of sigmoid, use first half linearized constraint</vt:lpstr>
      <vt:lpstr>Use of sigmoid, use first half linearized constraint</vt:lpstr>
      <vt:lpstr>Use of sigmoid, use first half linearized constraint</vt:lpstr>
      <vt:lpstr>Use of sigmoid, use first half linearized constraint</vt:lpstr>
      <vt:lpstr>PowerPoint Presentation</vt:lpstr>
      <vt:lpstr>PowerPoint Presentation</vt:lpstr>
      <vt:lpstr>PowerPoint Presentation</vt:lpstr>
      <vt:lpstr>PowerPoint Presentation</vt:lpstr>
      <vt:lpstr>PowerPoint Presentation</vt:lpstr>
      <vt:lpstr>PowerPoint Presentation</vt:lpstr>
      <vt:lpstr>1000</vt:lpstr>
      <vt:lpstr>PowerPoint Presentation</vt:lpstr>
      <vt:lpstr>5000</vt:lpstr>
      <vt:lpstr>8000 – 3 lines</vt:lpstr>
      <vt:lpstr>8000 – 3 lines</vt:lpstr>
      <vt:lpstr>8000 – 3 lines</vt:lpstr>
      <vt:lpstr>8000 – 4 lines</vt:lpstr>
      <vt:lpstr>8000 – 4 lines</vt:lpstr>
      <vt:lpstr>8000 – 4 lines</vt:lpstr>
      <vt:lpstr>KKT - 500</vt:lpstr>
      <vt:lpstr>NN - 500</vt:lpstr>
      <vt:lpstr>500</vt:lpstr>
      <vt:lpstr>KKT - 400</vt:lpstr>
      <vt:lpstr>NN - 400</vt:lpstr>
      <vt:lpstr>400 sample points</vt:lpstr>
      <vt:lpstr>KKT - 300</vt:lpstr>
      <vt:lpstr>NN - 300</vt:lpstr>
      <vt:lpstr>300</vt:lpstr>
      <vt:lpstr>KKT - 200</vt:lpstr>
      <vt:lpstr>NN - 200</vt:lpstr>
      <vt:lpstr>200</vt:lpstr>
      <vt:lpstr>KKT - 100</vt:lpstr>
      <vt:lpstr>NN - 100</vt:lpstr>
      <vt:lpstr>100</vt:lpstr>
      <vt:lpstr>KKT - 600</vt:lpstr>
      <vt:lpstr>NN - 600</vt:lpstr>
      <vt:lpstr>600</vt:lpstr>
      <vt:lpstr>KKT - 800</vt:lpstr>
      <vt:lpstr>NN - 800</vt:lpstr>
      <vt:lpstr>800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Fateme Mohammad Mohammadi</dc:creator>
  <cp:lastModifiedBy>Fateme Mohammad Mohammadi</cp:lastModifiedBy>
  <cp:revision>231</cp:revision>
  <dcterms:created xsi:type="dcterms:W3CDTF">2024-09-20T14:42:09Z</dcterms:created>
  <dcterms:modified xsi:type="dcterms:W3CDTF">2025-07-14T02:16:24Z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0x0101009535D3CEC2F76A4CA1EC3507E2D03D36</vt:lpwstr>
  </property>
</Properties>
</file>