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8" r:id="rId4"/>
  </p:sldMasterIdLst>
  <p:notesMasterIdLst>
    <p:notesMasterId r:id="rId46"/>
  </p:notesMasterIdLst>
  <p:handoutMasterIdLst>
    <p:handoutMasterId r:id="rId47"/>
  </p:handoutMasterIdLst>
  <p:sldIdLst>
    <p:sldId id="256" r:id="rId5"/>
    <p:sldId id="263" r:id="rId6"/>
    <p:sldId id="300" r:id="rId7"/>
    <p:sldId id="302" r:id="rId8"/>
    <p:sldId id="301" r:id="rId9"/>
    <p:sldId id="303" r:id="rId10"/>
    <p:sldId id="304" r:id="rId11"/>
    <p:sldId id="305" r:id="rId12"/>
    <p:sldId id="306" r:id="rId13"/>
    <p:sldId id="307" r:id="rId14"/>
    <p:sldId id="308" r:id="rId15"/>
    <p:sldId id="310" r:id="rId16"/>
    <p:sldId id="309" r:id="rId17"/>
    <p:sldId id="331" r:id="rId18"/>
    <p:sldId id="332" r:id="rId19"/>
    <p:sldId id="311" r:id="rId20"/>
    <p:sldId id="313" r:id="rId21"/>
    <p:sldId id="312" r:id="rId22"/>
    <p:sldId id="333" r:id="rId23"/>
    <p:sldId id="334" r:id="rId24"/>
    <p:sldId id="335" r:id="rId25"/>
    <p:sldId id="336" r:id="rId26"/>
    <p:sldId id="317" r:id="rId27"/>
    <p:sldId id="315" r:id="rId28"/>
    <p:sldId id="314" r:id="rId29"/>
    <p:sldId id="316" r:id="rId30"/>
    <p:sldId id="318" r:id="rId31"/>
    <p:sldId id="319" r:id="rId32"/>
    <p:sldId id="320" r:id="rId33"/>
    <p:sldId id="321" r:id="rId34"/>
    <p:sldId id="322" r:id="rId35"/>
    <p:sldId id="323" r:id="rId36"/>
    <p:sldId id="324" r:id="rId37"/>
    <p:sldId id="325" r:id="rId38"/>
    <p:sldId id="326" r:id="rId39"/>
    <p:sldId id="327" r:id="rId40"/>
    <p:sldId id="328" r:id="rId41"/>
    <p:sldId id="329" r:id="rId42"/>
    <p:sldId id="330" r:id="rId43"/>
    <p:sldId id="337" r:id="rId44"/>
    <p:sldId id="299" r:id="rId4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3F00"/>
    <a:srgbClr val="FFFFFF"/>
    <a:srgbClr val="E4B429"/>
    <a:srgbClr val="FFD54F"/>
    <a:srgbClr val="FFEA3D"/>
    <a:srgbClr val="FFFFAA"/>
    <a:srgbClr val="E0249A"/>
    <a:srgbClr val="0073CF"/>
    <a:srgbClr val="57068C"/>
    <a:srgbClr val="FFDB4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3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4" d="100"/>
          <a:sy n="64" d="100"/>
        </p:scale>
        <p:origin x="748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30" d="100"/>
        <a:sy n="30" d="100"/>
      </p:scale>
      <p:origin x="0" y="0"/>
    </p:cViewPr>
  </p:sorterViewPr>
  <p:notesViewPr>
    <p:cSldViewPr snapToGrid="0">
      <p:cViewPr varScale="1">
        <p:scale>
          <a:sx n="85" d="100"/>
          <a:sy n="85" d="100"/>
        </p:scale>
        <p:origin x="3928" y="16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handoutMaster" Target="handoutMasters/handoutMaster1.xml"/><Relationship Id="rId50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presProps" Target="presProps.xml"/><Relationship Id="rId8" Type="http://schemas.openxmlformats.org/officeDocument/2006/relationships/slide" Target="slides/slide4.xml"/><Relationship Id="rId51" Type="http://schemas.openxmlformats.org/officeDocument/2006/relationships/tableStyles" Target="tableStyle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0E4E57-1CF6-4440-8310-3CBE926400C3}" type="datetimeFigureOut">
              <a:rPr lang="en-US" smtClean="0"/>
              <a:t>4/1/2025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33DC02-E926-F143-BEA7-834664C012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1246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78E97C-1779-4CEE-80D0-5BBB1AC4023D}" type="datetimeFigureOut">
              <a:rPr lang="en-US" smtClean="0"/>
              <a:t>4/1/2025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CEF7D1-689C-4BC1-B59B-4A4CE078EC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1431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University of Waterloo Faculty of Engineering logo">
            <a:extLst>
              <a:ext uri="{FF2B5EF4-FFF2-40B4-BE49-F238E27FC236}">
                <a16:creationId xmlns:a16="http://schemas.microsoft.com/office/drawing/2014/main" id="{930DF486-3438-A340-9F75-BB86BE289DE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850" y="5600284"/>
            <a:ext cx="4567498" cy="125543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2740" y="1028940"/>
            <a:ext cx="9605660" cy="1474115"/>
          </a:xfrm>
        </p:spPr>
        <p:txBody>
          <a:bodyPr lIns="0" anchor="b">
            <a:noAutofit/>
          </a:bodyPr>
          <a:lstStyle>
            <a:lvl1pPr algn="l">
              <a:defRPr sz="5400" b="1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SLIDE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2740" y="4266821"/>
            <a:ext cx="5486243" cy="666549"/>
          </a:xfrm>
        </p:spPr>
        <p:txBody>
          <a:bodyPr lIns="0" anchor="t">
            <a:normAutofit/>
          </a:bodyPr>
          <a:lstStyle>
            <a:lvl1pPr marL="0" indent="0" algn="l">
              <a:buNone/>
              <a:defRPr sz="1500" b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2740" y="2642329"/>
            <a:ext cx="1182916" cy="377962"/>
          </a:xfrm>
          <a:solidFill>
            <a:schemeClr val="accent3"/>
          </a:solidFill>
        </p:spPr>
        <p:txBody>
          <a:bodyPr/>
          <a:lstStyle>
            <a:lvl1pPr>
              <a:defRPr sz="11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A318C6E2-4AA5-436E-9815-715E9B2235FA}" type="datetime1">
              <a:rPr lang="en-US" smtClean="0"/>
              <a:pPr/>
              <a:t>4/1/2025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6623674" y="6377231"/>
            <a:ext cx="4293708" cy="250337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148416" y="6377231"/>
            <a:ext cx="553900" cy="250337"/>
          </a:xfrm>
        </p:spPr>
        <p:txBody>
          <a:bodyPr/>
          <a:lstStyle>
            <a:lvl1pPr algn="ctr">
              <a:defRPr/>
            </a:lvl1pPr>
          </a:lstStyle>
          <a:p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27E6BEA-9D28-86FA-D573-63E937A96B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0" y="0"/>
            <a:chExt cx="12192000" cy="397164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704DF45C-A64A-062F-9CED-3E842F488317}"/>
                </a:ext>
              </a:extLst>
            </p:cNvPr>
            <p:cNvSpPr/>
            <p:nvPr userDrawn="1"/>
          </p:nvSpPr>
          <p:spPr>
            <a:xfrm>
              <a:off x="1" y="198582"/>
              <a:ext cx="3082197" cy="1985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3DB245BA-2894-CA76-0F75-D34749BB9804}"/>
                </a:ext>
              </a:extLst>
            </p:cNvPr>
            <p:cNvSpPr/>
            <p:nvPr userDrawn="1"/>
          </p:nvSpPr>
          <p:spPr>
            <a:xfrm>
              <a:off x="3050818" y="198582"/>
              <a:ext cx="3047061" cy="19858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520A4491-7F26-FD1F-E922-D16588A2AF7F}"/>
                </a:ext>
              </a:extLst>
            </p:cNvPr>
            <p:cNvSpPr/>
            <p:nvPr userDrawn="1"/>
          </p:nvSpPr>
          <p:spPr>
            <a:xfrm>
              <a:off x="6097879" y="198582"/>
              <a:ext cx="3047061" cy="19858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64467DA2-12C4-867B-1A08-D4BC12EE3119}"/>
                </a:ext>
              </a:extLst>
            </p:cNvPr>
            <p:cNvSpPr/>
            <p:nvPr userDrawn="1"/>
          </p:nvSpPr>
          <p:spPr>
            <a:xfrm>
              <a:off x="9144939" y="198582"/>
              <a:ext cx="3047061" cy="19858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AB127630-A949-31A6-994A-2119B96BA2FB}"/>
                </a:ext>
              </a:extLst>
            </p:cNvPr>
            <p:cNvSpPr/>
            <p:nvPr userDrawn="1"/>
          </p:nvSpPr>
          <p:spPr>
            <a:xfrm>
              <a:off x="0" y="0"/>
              <a:ext cx="12191999" cy="19858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515592275"/>
      </p:ext>
    </p:extLst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3"/>
          </p:nvPr>
        </p:nvSpPr>
        <p:spPr>
          <a:xfrm>
            <a:off x="6094124" y="397164"/>
            <a:ext cx="6097876" cy="6460836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2740" y="1028940"/>
            <a:ext cx="5486243" cy="1474115"/>
          </a:xfrm>
        </p:spPr>
        <p:txBody>
          <a:bodyPr lIns="0" anchor="b">
            <a:noAutofit/>
          </a:bodyPr>
          <a:lstStyle>
            <a:lvl1pPr algn="l">
              <a:defRPr sz="5400" b="1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SLIDE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2740" y="4266821"/>
            <a:ext cx="5486243" cy="666549"/>
          </a:xfrm>
        </p:spPr>
        <p:txBody>
          <a:bodyPr lIns="0" anchor="t">
            <a:normAutofit/>
          </a:bodyPr>
          <a:lstStyle>
            <a:lvl1pPr marL="0" indent="0" algn="l">
              <a:buNone/>
              <a:defRPr sz="1500" b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2740" y="2642329"/>
            <a:ext cx="1182916" cy="377962"/>
          </a:xfrm>
          <a:solidFill>
            <a:schemeClr val="accent3"/>
          </a:solidFill>
        </p:spPr>
        <p:txBody>
          <a:bodyPr/>
          <a:lstStyle>
            <a:lvl1pPr>
              <a:defRPr sz="11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A318C6E2-4AA5-436E-9815-715E9B2235FA}" type="datetime1">
              <a:rPr lang="en-US" smtClean="0"/>
              <a:pPr/>
              <a:t>4/1/2025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6623674" y="6377231"/>
            <a:ext cx="4293708" cy="250337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148416" y="6377231"/>
            <a:ext cx="553900" cy="250337"/>
          </a:xfrm>
        </p:spPr>
        <p:txBody>
          <a:bodyPr/>
          <a:lstStyle>
            <a:lvl1pPr algn="ctr">
              <a:defRPr/>
            </a:lvl1pPr>
          </a:lstStyle>
          <a:p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Picture 3" descr="University of Waterloo Faculty of Engineering logo">
            <a:extLst>
              <a:ext uri="{FF2B5EF4-FFF2-40B4-BE49-F238E27FC236}">
                <a16:creationId xmlns:a16="http://schemas.microsoft.com/office/drawing/2014/main" id="{E5E2D7B7-C046-952F-FFBF-CDF3C05A39B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850" y="5600284"/>
            <a:ext cx="4567498" cy="1255431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F976B466-9D8C-A8C3-EB96-3631DC2050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0" y="0"/>
            <a:chExt cx="12192000" cy="397164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CAAEAB53-3AF3-394F-5A0D-265C448ECA6E}"/>
                </a:ext>
              </a:extLst>
            </p:cNvPr>
            <p:cNvSpPr/>
            <p:nvPr userDrawn="1"/>
          </p:nvSpPr>
          <p:spPr>
            <a:xfrm>
              <a:off x="1" y="198582"/>
              <a:ext cx="3082197" cy="1985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D4BD0F5-AD43-7157-6853-3CD55084FE74}"/>
                </a:ext>
              </a:extLst>
            </p:cNvPr>
            <p:cNvSpPr/>
            <p:nvPr userDrawn="1"/>
          </p:nvSpPr>
          <p:spPr>
            <a:xfrm>
              <a:off x="3050818" y="198582"/>
              <a:ext cx="3047061" cy="19858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DF12FAF-5A82-CC83-3020-79FECB6A9B1D}"/>
                </a:ext>
              </a:extLst>
            </p:cNvPr>
            <p:cNvSpPr/>
            <p:nvPr userDrawn="1"/>
          </p:nvSpPr>
          <p:spPr>
            <a:xfrm>
              <a:off x="6097879" y="198582"/>
              <a:ext cx="3047061" cy="19858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DE8C28B-8279-2C62-9323-C451CFBB2946}"/>
                </a:ext>
              </a:extLst>
            </p:cNvPr>
            <p:cNvSpPr/>
            <p:nvPr userDrawn="1"/>
          </p:nvSpPr>
          <p:spPr>
            <a:xfrm>
              <a:off x="9144939" y="198582"/>
              <a:ext cx="3047061" cy="19858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89CBBFB6-9B79-D3A2-687E-255A236C9639}"/>
                </a:ext>
              </a:extLst>
            </p:cNvPr>
            <p:cNvSpPr/>
            <p:nvPr userDrawn="1"/>
          </p:nvSpPr>
          <p:spPr>
            <a:xfrm>
              <a:off x="0" y="0"/>
              <a:ext cx="12191999" cy="19858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31835470"/>
      </p:ext>
    </p:extLst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University of Waterloo Faculty of Engineering logo">
            <a:extLst>
              <a:ext uri="{FF2B5EF4-FFF2-40B4-BE49-F238E27FC236}">
                <a16:creationId xmlns:a16="http://schemas.microsoft.com/office/drawing/2014/main" id="{C7842B6A-813C-FA45-B88D-CE413A77FF4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849" y="5600284"/>
            <a:ext cx="4567499" cy="125543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2740" y="1028940"/>
            <a:ext cx="9254931" cy="1474115"/>
          </a:xfrm>
        </p:spPr>
        <p:txBody>
          <a:bodyPr lIns="0" anchor="b">
            <a:noAutofit/>
          </a:bodyPr>
          <a:lstStyle>
            <a:lvl1pPr algn="l">
              <a:defRPr sz="5400" b="1" cap="all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SLIDE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2740" y="4266821"/>
            <a:ext cx="5486243" cy="666549"/>
          </a:xfrm>
        </p:spPr>
        <p:txBody>
          <a:bodyPr lIns="0" anchor="t">
            <a:normAutofit/>
          </a:bodyPr>
          <a:lstStyle>
            <a:lvl1pPr marL="0" indent="0" algn="l">
              <a:buNone/>
              <a:defRPr sz="1500" b="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2740" y="2642329"/>
            <a:ext cx="1182916" cy="377962"/>
          </a:xfrm>
          <a:solidFill>
            <a:schemeClr val="accent3"/>
          </a:solidFill>
        </p:spPr>
        <p:txBody>
          <a:bodyPr/>
          <a:lstStyle>
            <a:lvl1pPr>
              <a:defRPr sz="11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A318C6E2-4AA5-436E-9815-715E9B2235FA}" type="datetime1">
              <a:rPr lang="en-US" smtClean="0"/>
              <a:pPr/>
              <a:t>4/1/2025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6623674" y="6377231"/>
            <a:ext cx="4293708" cy="250337"/>
          </a:xfrm>
        </p:spPr>
        <p:txBody>
          <a:bodyPr/>
          <a:lstStyle>
            <a:lvl1pPr algn="ctr"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148416" y="6377231"/>
            <a:ext cx="553900" cy="250337"/>
          </a:xfrm>
        </p:spPr>
        <p:txBody>
          <a:bodyPr/>
          <a:lstStyle>
            <a:lvl1pPr algn="ctr"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769F524-D51C-40DB-F389-1673BFAA44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0" y="0"/>
            <a:chExt cx="12192000" cy="397164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46859F7A-5A85-CDB2-227D-E72CEFB48AFD}"/>
                </a:ext>
              </a:extLst>
            </p:cNvPr>
            <p:cNvSpPr/>
            <p:nvPr userDrawn="1"/>
          </p:nvSpPr>
          <p:spPr>
            <a:xfrm>
              <a:off x="1" y="198582"/>
              <a:ext cx="3082197" cy="1985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7C991028-4405-8861-5C0F-DDCED6AE10C4}"/>
                </a:ext>
              </a:extLst>
            </p:cNvPr>
            <p:cNvSpPr/>
            <p:nvPr userDrawn="1"/>
          </p:nvSpPr>
          <p:spPr>
            <a:xfrm>
              <a:off x="3050818" y="198582"/>
              <a:ext cx="3047061" cy="19858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E10B4E87-130B-529C-B325-CF2152D17DBD}"/>
                </a:ext>
              </a:extLst>
            </p:cNvPr>
            <p:cNvSpPr/>
            <p:nvPr userDrawn="1"/>
          </p:nvSpPr>
          <p:spPr>
            <a:xfrm>
              <a:off x="6097879" y="198582"/>
              <a:ext cx="3047061" cy="19858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A3B4BA68-9EA4-7A22-3621-B9ED64303A72}"/>
                </a:ext>
              </a:extLst>
            </p:cNvPr>
            <p:cNvSpPr/>
            <p:nvPr userDrawn="1"/>
          </p:nvSpPr>
          <p:spPr>
            <a:xfrm>
              <a:off x="9144939" y="198582"/>
              <a:ext cx="3047061" cy="19858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C15C994C-FB53-4A65-2E87-41A181943148}"/>
                </a:ext>
              </a:extLst>
            </p:cNvPr>
            <p:cNvSpPr/>
            <p:nvPr userDrawn="1"/>
          </p:nvSpPr>
          <p:spPr>
            <a:xfrm>
              <a:off x="0" y="0"/>
              <a:ext cx="12191999" cy="19858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528952265"/>
      </p:ext>
    </p:extLst>
  </p:cSld>
  <p:clrMapOvr>
    <a:masterClrMapping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Black with Im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5"/>
          <p:cNvSpPr>
            <a:spLocks noGrp="1"/>
          </p:cNvSpPr>
          <p:nvPr>
            <p:ph type="pic" sz="quarter" idx="13"/>
          </p:nvPr>
        </p:nvSpPr>
        <p:spPr>
          <a:xfrm>
            <a:off x="6094124" y="397164"/>
            <a:ext cx="6097876" cy="6460836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2740" y="1028940"/>
            <a:ext cx="5486243" cy="1474115"/>
          </a:xfrm>
        </p:spPr>
        <p:txBody>
          <a:bodyPr lIns="0" anchor="b">
            <a:noAutofit/>
          </a:bodyPr>
          <a:lstStyle>
            <a:lvl1pPr algn="l">
              <a:defRPr sz="5400" b="1" cap="all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SLIDE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2740" y="4266821"/>
            <a:ext cx="5486243" cy="666549"/>
          </a:xfrm>
        </p:spPr>
        <p:txBody>
          <a:bodyPr lIns="0" anchor="t">
            <a:normAutofit/>
          </a:bodyPr>
          <a:lstStyle>
            <a:lvl1pPr marL="0" indent="0" algn="l">
              <a:buNone/>
              <a:defRPr sz="1500" b="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2740" y="2642329"/>
            <a:ext cx="1182916" cy="377962"/>
          </a:xfrm>
          <a:solidFill>
            <a:schemeClr val="accent3"/>
          </a:solidFill>
        </p:spPr>
        <p:txBody>
          <a:bodyPr/>
          <a:lstStyle>
            <a:lvl1pPr>
              <a:defRPr sz="11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A318C6E2-4AA5-436E-9815-715E9B2235FA}" type="datetime1">
              <a:rPr lang="en-US" smtClean="0"/>
              <a:pPr/>
              <a:t>4/1/2025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6623674" y="6377231"/>
            <a:ext cx="4293708" cy="250337"/>
          </a:xfrm>
        </p:spPr>
        <p:txBody>
          <a:bodyPr/>
          <a:lstStyle>
            <a:lvl1pPr algn="ctr"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148416" y="6377231"/>
            <a:ext cx="553900" cy="250337"/>
          </a:xfrm>
        </p:spPr>
        <p:txBody>
          <a:bodyPr/>
          <a:lstStyle>
            <a:lvl1pPr algn="ctr"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3" name="Picture 12" descr="University of Waterloo Faculty of Engineering logo">
            <a:extLst>
              <a:ext uri="{FF2B5EF4-FFF2-40B4-BE49-F238E27FC236}">
                <a16:creationId xmlns:a16="http://schemas.microsoft.com/office/drawing/2014/main" id="{61486EB2-DBB7-6812-FFCB-C07E1DEE6B5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849" y="5600284"/>
            <a:ext cx="4567499" cy="1255431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84CF5075-07D9-F9E3-0595-1A0D8C92FB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0" y="0"/>
            <a:chExt cx="12192000" cy="397164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DD24995-6F05-8ECB-D3BE-0691DF97B918}"/>
                </a:ext>
              </a:extLst>
            </p:cNvPr>
            <p:cNvSpPr/>
            <p:nvPr userDrawn="1"/>
          </p:nvSpPr>
          <p:spPr>
            <a:xfrm>
              <a:off x="1" y="198582"/>
              <a:ext cx="3082197" cy="1985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C836C1D7-6B11-F5C9-0533-3719C5ECB00C}"/>
                </a:ext>
              </a:extLst>
            </p:cNvPr>
            <p:cNvSpPr/>
            <p:nvPr userDrawn="1"/>
          </p:nvSpPr>
          <p:spPr>
            <a:xfrm>
              <a:off x="3050818" y="198582"/>
              <a:ext cx="3047061" cy="19858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769C97C2-B343-C17E-D528-65C442051DD5}"/>
                </a:ext>
              </a:extLst>
            </p:cNvPr>
            <p:cNvSpPr/>
            <p:nvPr userDrawn="1"/>
          </p:nvSpPr>
          <p:spPr>
            <a:xfrm>
              <a:off x="6097879" y="198582"/>
              <a:ext cx="3047061" cy="19858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78ED34F6-8D98-D192-5DBF-F8BDC1DB62E6}"/>
                </a:ext>
              </a:extLst>
            </p:cNvPr>
            <p:cNvSpPr/>
            <p:nvPr userDrawn="1"/>
          </p:nvSpPr>
          <p:spPr>
            <a:xfrm>
              <a:off x="9144939" y="198582"/>
              <a:ext cx="3047061" cy="19858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5E4B2663-04FA-0615-C4BC-D798630AB8BE}"/>
                </a:ext>
              </a:extLst>
            </p:cNvPr>
            <p:cNvSpPr/>
            <p:nvPr userDrawn="1"/>
          </p:nvSpPr>
          <p:spPr>
            <a:xfrm>
              <a:off x="0" y="0"/>
              <a:ext cx="12191999" cy="19858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50106763"/>
      </p:ext>
    </p:extLst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4B0C9-B47E-4B33-A656-C78D1805DA95}" type="datetime1">
              <a:rPr lang="en-US" smtClean="0"/>
              <a:t>4/1/2025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6323211"/>
      </p:ext>
    </p:extLst>
  </p:cSld>
  <p:clrMapOvr>
    <a:masterClrMapping/>
  </p:clrMapOvr>
  <p:transition spd="slow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_M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7407696" y="685060"/>
            <a:ext cx="1420859" cy="286052"/>
          </a:xfrm>
        </p:spPr>
        <p:txBody>
          <a:bodyPr anchor="ctr">
            <a:noAutofit/>
          </a:bodyPr>
          <a:lstStyle>
            <a:lvl1pPr marL="0" indent="0" algn="ctr">
              <a:buNone/>
              <a:defRPr sz="1100" b="0" baseline="0">
                <a:solidFill>
                  <a:schemeClr val="tx1">
                    <a:lumMod val="50000"/>
                    <a:lumOff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 dirty="0"/>
              <a:t>MENU ITEM 1</a:t>
            </a:r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14" hasCustomPrompt="1"/>
          </p:nvPr>
        </p:nvSpPr>
        <p:spPr>
          <a:xfrm>
            <a:off x="8908224" y="685060"/>
            <a:ext cx="1420859" cy="286052"/>
          </a:xfrm>
        </p:spPr>
        <p:txBody>
          <a:bodyPr anchor="ctr">
            <a:noAutofit/>
          </a:bodyPr>
          <a:lstStyle>
            <a:lvl1pPr marL="0" indent="0" algn="ctr">
              <a:buNone/>
              <a:defRPr sz="1100" b="0" baseline="0">
                <a:solidFill>
                  <a:schemeClr val="tx1">
                    <a:lumMod val="50000"/>
                    <a:lumOff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 dirty="0"/>
              <a:t>MENU ITEM 2</a:t>
            </a:r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15" hasCustomPrompt="1"/>
          </p:nvPr>
        </p:nvSpPr>
        <p:spPr>
          <a:xfrm>
            <a:off x="10408752" y="685060"/>
            <a:ext cx="1420859" cy="286052"/>
          </a:xfrm>
        </p:spPr>
        <p:txBody>
          <a:bodyPr anchor="ctr">
            <a:noAutofit/>
          </a:bodyPr>
          <a:lstStyle>
            <a:lvl1pPr marL="0" indent="0" algn="ctr">
              <a:buNone/>
              <a:defRPr sz="1100" b="0">
                <a:solidFill>
                  <a:schemeClr val="tx1">
                    <a:lumMod val="50000"/>
                    <a:lumOff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 dirty="0"/>
              <a:t>MENU ITEM 3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48C228CE-C572-4AF5-9728-AA6E475873DD}" type="datetime1">
              <a:rPr lang="en-US" smtClean="0"/>
              <a:t>4/1/2025</a:t>
            </a:fld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59883" y="434108"/>
            <a:ext cx="7046081" cy="895927"/>
          </a:xfrm>
        </p:spPr>
        <p:txBody>
          <a:bodyPr/>
          <a:lstStyle>
            <a:lvl1pPr>
              <a:defRPr b="1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7036257"/>
      </p:ext>
    </p:extLst>
  </p:cSld>
  <p:clrMapOvr>
    <a:masterClrMapping/>
  </p:clrMapOvr>
  <p:transition spd="slow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59882" y="1709738"/>
            <a:ext cx="9399507" cy="2852737"/>
          </a:xfrm>
        </p:spPr>
        <p:txBody>
          <a:bodyPr anchor="b">
            <a:normAutofit/>
          </a:bodyPr>
          <a:lstStyle>
            <a:lvl1pPr algn="l">
              <a:defRPr sz="4000" b="1" cap="all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</a:t>
            </a:r>
            <a:br>
              <a:rPr lang="en-US" dirty="0"/>
            </a:br>
            <a:r>
              <a:rPr lang="en-US" dirty="0"/>
              <a:t>SECTION TITLE SLIDE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9882" y="4589463"/>
            <a:ext cx="9399507" cy="1500187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D43AC-4B94-471D-A170-0D88FCD1FB54}" type="datetime1">
              <a:rPr lang="en-US" smtClean="0"/>
              <a:t>4/1/2025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9021156"/>
      </p:ext>
    </p:extLst>
  </p:cSld>
  <p:clrMapOvr>
    <a:masterClrMapping/>
  </p:clrMapOvr>
  <p:transition spd="slow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ection Header_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60521" y="3228200"/>
            <a:ext cx="8770620" cy="1212056"/>
          </a:xfrm>
        </p:spPr>
        <p:txBody>
          <a:bodyPr anchor="b">
            <a:noAutofit/>
          </a:bodyPr>
          <a:lstStyle>
            <a:lvl1pPr algn="l">
              <a:defRPr sz="4000" b="1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EDIT MASTER</a:t>
            </a:r>
            <a:br>
              <a:rPr lang="en-US" dirty="0"/>
            </a:br>
            <a:r>
              <a:rPr lang="en-US" dirty="0"/>
              <a:t>SECTION TITLE SLIDE OPTION 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960521" y="4448086"/>
            <a:ext cx="8770620" cy="666549"/>
          </a:xfrm>
        </p:spPr>
        <p:txBody>
          <a:bodyPr anchor="t">
            <a:normAutofit/>
          </a:bodyPr>
          <a:lstStyle>
            <a:lvl1pPr marL="0" indent="0" algn="l">
              <a:buNone/>
              <a:defRPr sz="2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751004" y="6335309"/>
            <a:ext cx="1181114" cy="250337"/>
          </a:xfrm>
        </p:spPr>
        <p:txBody>
          <a:bodyPr/>
          <a:lstStyle/>
          <a:p>
            <a:fld id="{72EFF9E2-52BD-4C8D-9C57-79F661DB94A1}" type="datetime1">
              <a:rPr lang="en-US" smtClean="0"/>
              <a:t>4/1/2025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78BDD71-5673-C3E4-61B8-8F8F041308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0" y="0"/>
            <a:chExt cx="12192000" cy="397164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EBF8245-E943-0D71-7CC0-09B6B4E3260B}"/>
                </a:ext>
              </a:extLst>
            </p:cNvPr>
            <p:cNvSpPr/>
            <p:nvPr userDrawn="1"/>
          </p:nvSpPr>
          <p:spPr>
            <a:xfrm>
              <a:off x="1" y="198582"/>
              <a:ext cx="3082197" cy="1985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92D8089-B052-A801-A878-B773A49F8615}"/>
                </a:ext>
              </a:extLst>
            </p:cNvPr>
            <p:cNvSpPr/>
            <p:nvPr userDrawn="1"/>
          </p:nvSpPr>
          <p:spPr>
            <a:xfrm>
              <a:off x="3050818" y="198582"/>
              <a:ext cx="3047061" cy="19858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53A2417-24CA-2534-65B9-CAFF9B77F07A}"/>
                </a:ext>
              </a:extLst>
            </p:cNvPr>
            <p:cNvSpPr/>
            <p:nvPr userDrawn="1"/>
          </p:nvSpPr>
          <p:spPr>
            <a:xfrm>
              <a:off x="6097879" y="198582"/>
              <a:ext cx="3047061" cy="19858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ABD4852-C253-61D4-26E8-4222BFD9B55D}"/>
                </a:ext>
              </a:extLst>
            </p:cNvPr>
            <p:cNvSpPr/>
            <p:nvPr userDrawn="1"/>
          </p:nvSpPr>
          <p:spPr>
            <a:xfrm>
              <a:off x="9144939" y="198582"/>
              <a:ext cx="3047061" cy="19858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6DAFAF2-35DA-8050-8069-401CD4268EFE}"/>
                </a:ext>
              </a:extLst>
            </p:cNvPr>
            <p:cNvSpPr/>
            <p:nvPr userDrawn="1"/>
          </p:nvSpPr>
          <p:spPr>
            <a:xfrm>
              <a:off x="0" y="0"/>
              <a:ext cx="12191999" cy="19858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642748302"/>
      </p:ext>
    </p:extLst>
  </p:cSld>
  <p:clrMapOvr>
    <a:masterClrMapping/>
  </p:clrMapOvr>
  <p:transition spd="slow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59883" y="434108"/>
            <a:ext cx="11569729" cy="895927"/>
          </a:xfrm>
        </p:spPr>
        <p:txBody>
          <a:bodyPr/>
          <a:lstStyle>
            <a:lvl1pPr>
              <a:defRPr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9882" y="1413164"/>
            <a:ext cx="5586855" cy="4590472"/>
          </a:xfrm>
        </p:spPr>
        <p:txBody>
          <a:bodyPr/>
          <a:lstStyle>
            <a:lvl1pPr marL="288925" indent="-288925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/>
            </a:lvl1pPr>
            <a:lvl2pPr marL="6858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/>
            </a:lvl2pPr>
            <a:lvl3pPr marL="11430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/>
            </a:lvl3pPr>
            <a:lvl4pPr marL="16002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/>
            </a:lvl4pPr>
            <a:lvl5pPr marL="20574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992" y="1413164"/>
            <a:ext cx="5658620" cy="4590472"/>
          </a:xfrm>
        </p:spPr>
        <p:txBody>
          <a:bodyPr/>
          <a:lstStyle>
            <a:lvl1pPr marL="288925" indent="-288925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/>
            </a:lvl1pPr>
            <a:lvl2pPr marL="6858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/>
            </a:lvl2pPr>
            <a:lvl3pPr marL="11430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/>
            </a:lvl3pPr>
            <a:lvl4pPr marL="16002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/>
            </a:lvl4pPr>
            <a:lvl5pPr marL="20574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881F3-AB4F-4026-8B03-DBF7475676B1}" type="datetime1">
              <a:rPr lang="en-US" smtClean="0"/>
              <a:t>4/1/2025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8516483"/>
      </p:ext>
    </p:extLst>
  </p:cSld>
  <p:clrMapOvr>
    <a:masterClrMapping/>
  </p:clrMapOvr>
  <p:transition spd="slow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9881" y="1396192"/>
            <a:ext cx="5542713" cy="670270"/>
          </a:xfrm>
        </p:spPr>
        <p:txBody>
          <a:bodyPr anchor="b">
            <a:noAutofit/>
          </a:bodyPr>
          <a:lstStyle>
            <a:lvl1pPr marL="0" indent="0">
              <a:buNone/>
              <a:defRPr sz="2800" b="1" baseline="0"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9881" y="2184400"/>
            <a:ext cx="5542713" cy="3846945"/>
          </a:xfrm>
        </p:spPr>
        <p:txBody>
          <a:bodyPr>
            <a:normAutofit/>
          </a:bodyPr>
          <a:lstStyle>
            <a:lvl1pPr marL="288925" indent="-288925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 sz="2000"/>
            </a:lvl1pPr>
            <a:lvl2pPr marL="6858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 sz="1800"/>
            </a:lvl2pPr>
            <a:lvl3pPr marL="11430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 sz="1600"/>
            </a:lvl3pPr>
            <a:lvl4pPr marL="16002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 sz="1400"/>
            </a:lvl4pPr>
            <a:lvl5pPr marL="20574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36154" y="1396192"/>
            <a:ext cx="5593458" cy="670270"/>
          </a:xfrm>
        </p:spPr>
        <p:txBody>
          <a:bodyPr anchor="b">
            <a:normAutofit/>
          </a:bodyPr>
          <a:lstStyle>
            <a:lvl1pPr marL="0" indent="0">
              <a:buNone/>
              <a:defRPr sz="2800" b="1"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36154" y="2184400"/>
            <a:ext cx="5593458" cy="3846945"/>
          </a:xfrm>
        </p:spPr>
        <p:txBody>
          <a:bodyPr>
            <a:normAutofit/>
          </a:bodyPr>
          <a:lstStyle>
            <a:lvl1pPr marL="288925" indent="-288925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 sz="2000"/>
            </a:lvl1pPr>
            <a:lvl2pPr marL="6858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 sz="1800"/>
            </a:lvl2pPr>
            <a:lvl3pPr marL="11430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 sz="1600"/>
            </a:lvl3pPr>
            <a:lvl4pPr marL="16002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 sz="1400"/>
            </a:lvl4pPr>
            <a:lvl5pPr marL="20574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 hasCustomPrompt="1"/>
          </p:nvPr>
        </p:nvSpPr>
        <p:spPr>
          <a:xfrm>
            <a:off x="259883" y="434108"/>
            <a:ext cx="11569729" cy="895927"/>
          </a:xfrm>
        </p:spPr>
        <p:txBody>
          <a:bodyPr/>
          <a:lstStyle>
            <a:lvl1pPr>
              <a:defRPr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F432B-3FBE-4889-963D-BF97BFBB7D3F}" type="datetime1">
              <a:rPr lang="en-US" smtClean="0"/>
              <a:t>4/1/2025</a:t>
            </a:fld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9598644"/>
      </p:ext>
    </p:extLst>
  </p:cSld>
  <p:clrMapOvr>
    <a:masterClrMapping/>
  </p:clrMapOvr>
  <p:transition spd="slow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CCC04-1E76-41EE-A8AC-75AD85313D09}" type="datetime1">
              <a:rPr lang="en-US" smtClean="0"/>
              <a:t>4/1/2025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8487075"/>
      </p:ext>
    </p:extLst>
  </p:cSld>
  <p:clrMapOvr>
    <a:masterClrMapping/>
  </p:clrMapOvr>
  <p:transition spd="slow">
    <p:push dir="u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974A9E-84AC-4661-9381-CC35B09E47F7}" type="datetime1">
              <a:rPr lang="en-US" smtClean="0"/>
              <a:t>4/1/2025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3165608"/>
      </p:ext>
    </p:extLst>
  </p:cSld>
  <p:clrMapOvr>
    <a:masterClrMapping/>
  </p:clrMapOvr>
  <p:transition spd="slow">
    <p:push dir="u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_NoBkg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0751004" y="6335309"/>
            <a:ext cx="1181114" cy="250337"/>
          </a:xfrm>
        </p:spPr>
        <p:txBody>
          <a:bodyPr/>
          <a:lstStyle/>
          <a:p>
            <a:fld id="{1E55829F-8847-4C2A-8DD0-690EAD78E53F}" type="datetime1">
              <a:rPr lang="en-US" smtClean="0"/>
              <a:t>4/1/2025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48F0E357-D0D7-C8D3-9BB9-CBCD595E27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0" y="0"/>
            <a:chExt cx="12192000" cy="397164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6F904F2D-EB5B-78C1-C9CD-AD22B98AAF28}"/>
                </a:ext>
              </a:extLst>
            </p:cNvPr>
            <p:cNvSpPr/>
            <p:nvPr userDrawn="1"/>
          </p:nvSpPr>
          <p:spPr>
            <a:xfrm>
              <a:off x="1" y="198582"/>
              <a:ext cx="3082197" cy="1985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633A6C96-3A16-4F62-35CE-95FC1296115C}"/>
                </a:ext>
              </a:extLst>
            </p:cNvPr>
            <p:cNvSpPr/>
            <p:nvPr userDrawn="1"/>
          </p:nvSpPr>
          <p:spPr>
            <a:xfrm>
              <a:off x="3050818" y="198582"/>
              <a:ext cx="3047061" cy="19858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CB83E9C-7246-D12C-1E4F-7F8C8CACBCB5}"/>
                </a:ext>
              </a:extLst>
            </p:cNvPr>
            <p:cNvSpPr/>
            <p:nvPr userDrawn="1"/>
          </p:nvSpPr>
          <p:spPr>
            <a:xfrm>
              <a:off x="6097879" y="198582"/>
              <a:ext cx="3047061" cy="19858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6AA84279-81BF-BD14-75E3-45D84ED22AE8}"/>
                </a:ext>
              </a:extLst>
            </p:cNvPr>
            <p:cNvSpPr/>
            <p:nvPr userDrawn="1"/>
          </p:nvSpPr>
          <p:spPr>
            <a:xfrm>
              <a:off x="9144939" y="198582"/>
              <a:ext cx="3047061" cy="19858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6C3DEA0-E90A-8F4E-6FCC-22A0591AE8A4}"/>
                </a:ext>
              </a:extLst>
            </p:cNvPr>
            <p:cNvSpPr/>
            <p:nvPr userDrawn="1"/>
          </p:nvSpPr>
          <p:spPr>
            <a:xfrm>
              <a:off x="0" y="0"/>
              <a:ext cx="12191999" cy="19858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87678416"/>
      </p:ext>
    </p:extLst>
  </p:cSld>
  <p:clrMapOvr>
    <a:masterClrMapping/>
  </p:clrMapOvr>
  <p:transition spd="slow">
    <p:push dir="u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xt or Quo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930071" y="1237675"/>
            <a:ext cx="4331855" cy="910202"/>
          </a:xfrm>
        </p:spPr>
        <p:txBody>
          <a:bodyPr anchor="b">
            <a:normAutofit/>
          </a:bodyPr>
          <a:lstStyle>
            <a:lvl1pPr algn="ctr">
              <a:defRPr sz="2800" b="1" cap="all" baseline="0"/>
            </a:lvl1pPr>
          </a:lstStyle>
          <a:p>
            <a:r>
              <a:rPr lang="en-US" dirty="0"/>
              <a:t>CONTEXT or THEME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10751004" y="6335309"/>
            <a:ext cx="1181114" cy="250337"/>
          </a:xfrm>
        </p:spPr>
        <p:txBody>
          <a:bodyPr/>
          <a:lstStyle/>
          <a:p>
            <a:fld id="{5FDFC970-B950-4395-A833-47227D4A68CA}" type="datetime1">
              <a:rPr lang="en-US" smtClean="0"/>
              <a:t>4/1/2025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2" name="Straight Connector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3930073" y="2244437"/>
            <a:ext cx="4331855" cy="0"/>
          </a:xfrm>
          <a:prstGeom prst="line">
            <a:avLst/>
          </a:prstGeom>
          <a:ln w="15875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3930073" y="4668983"/>
            <a:ext cx="4331855" cy="0"/>
          </a:xfrm>
          <a:prstGeom prst="line">
            <a:avLst/>
          </a:prstGeom>
          <a:ln w="15875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14"/>
          <p:cNvSpPr>
            <a:spLocks noGrp="1"/>
          </p:cNvSpPr>
          <p:nvPr>
            <p:ph type="body" sz="quarter" idx="13"/>
          </p:nvPr>
        </p:nvSpPr>
        <p:spPr>
          <a:xfrm>
            <a:off x="660400" y="2420360"/>
            <a:ext cx="10871200" cy="2114550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2800"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4"/>
          </p:nvPr>
        </p:nvSpPr>
        <p:spPr>
          <a:xfrm>
            <a:off x="3930072" y="4784725"/>
            <a:ext cx="4331855" cy="276225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 algn="ctr">
              <a:buNone/>
              <a:defRPr lang="en-US" sz="1200" b="1" cap="all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marL="0" lvl="0" algn="ctr"/>
            <a:r>
              <a:rPr lang="en-US"/>
              <a:t>Click to edit Master text styles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5B5677E-A76C-D8C2-715E-D2CC90E708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0" y="0"/>
            <a:chExt cx="12192000" cy="397164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A397014F-8428-CB57-EA94-4926AC5048D6}"/>
                </a:ext>
              </a:extLst>
            </p:cNvPr>
            <p:cNvSpPr/>
            <p:nvPr userDrawn="1"/>
          </p:nvSpPr>
          <p:spPr>
            <a:xfrm>
              <a:off x="1" y="198582"/>
              <a:ext cx="3082197" cy="1985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108710D-B7A2-5B78-4CA2-26A7E60D2EA8}"/>
                </a:ext>
              </a:extLst>
            </p:cNvPr>
            <p:cNvSpPr/>
            <p:nvPr userDrawn="1"/>
          </p:nvSpPr>
          <p:spPr>
            <a:xfrm>
              <a:off x="3050818" y="198582"/>
              <a:ext cx="3047061" cy="19858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CBC1D33-6438-5920-7D04-F461F1F2C24C}"/>
                </a:ext>
              </a:extLst>
            </p:cNvPr>
            <p:cNvSpPr/>
            <p:nvPr userDrawn="1"/>
          </p:nvSpPr>
          <p:spPr>
            <a:xfrm>
              <a:off x="6097879" y="198582"/>
              <a:ext cx="3047061" cy="19858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1584E8BE-411E-3D79-1AEB-CFBE9515CD5B}"/>
                </a:ext>
              </a:extLst>
            </p:cNvPr>
            <p:cNvSpPr/>
            <p:nvPr userDrawn="1"/>
          </p:nvSpPr>
          <p:spPr>
            <a:xfrm>
              <a:off x="9144939" y="198582"/>
              <a:ext cx="3047061" cy="19858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AA2D3D3E-C28F-C346-1738-B63D4769D730}"/>
                </a:ext>
              </a:extLst>
            </p:cNvPr>
            <p:cNvSpPr/>
            <p:nvPr userDrawn="1"/>
          </p:nvSpPr>
          <p:spPr>
            <a:xfrm>
              <a:off x="0" y="0"/>
              <a:ext cx="12191999" cy="19858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64198111"/>
      </p:ext>
    </p:extLst>
  </p:cSld>
  <p:clrMapOvr>
    <a:masterClrMapping/>
  </p:clrMapOvr>
  <p:transition spd="slow">
    <p:push dir="u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xt or Quote with Photo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5"/>
          </p:nvPr>
        </p:nvSpPr>
        <p:spPr>
          <a:xfrm>
            <a:off x="6350285" y="807867"/>
            <a:ext cx="5440648" cy="5445153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54362" y="1237675"/>
            <a:ext cx="4331855" cy="910202"/>
          </a:xfrm>
        </p:spPr>
        <p:txBody>
          <a:bodyPr anchor="b">
            <a:normAutofit/>
          </a:bodyPr>
          <a:lstStyle>
            <a:lvl1pPr algn="ctr">
              <a:defRPr sz="2800" b="1" cap="all" baseline="0"/>
            </a:lvl1pPr>
          </a:lstStyle>
          <a:p>
            <a:r>
              <a:rPr lang="en-US" dirty="0"/>
              <a:t>CONTEXT or THEME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10751004" y="6335309"/>
            <a:ext cx="1181114" cy="250337"/>
          </a:xfrm>
        </p:spPr>
        <p:txBody>
          <a:bodyPr/>
          <a:lstStyle/>
          <a:p>
            <a:fld id="{5FDFC970-B950-4395-A833-47227D4A68CA}" type="datetime1">
              <a:rPr lang="en-US" smtClean="0"/>
              <a:t>4/1/2025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59882" y="6335309"/>
            <a:ext cx="3887245" cy="250337"/>
          </a:xfr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4479637" y="6335309"/>
            <a:ext cx="1016000" cy="250337"/>
          </a:xfrm>
        </p:spPr>
        <p:txBody>
          <a:bodyPr/>
          <a:lstStyle/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3"/>
          </p:nvPr>
        </p:nvSpPr>
        <p:spPr>
          <a:xfrm>
            <a:off x="544943" y="2409026"/>
            <a:ext cx="4950694" cy="2114550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2200"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4"/>
          </p:nvPr>
        </p:nvSpPr>
        <p:spPr>
          <a:xfrm>
            <a:off x="854362" y="4784725"/>
            <a:ext cx="4331855" cy="276225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 algn="ctr">
              <a:buNone/>
              <a:defRPr lang="en-US" sz="1200" b="1" cap="all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marL="0" lvl="0" algn="ctr"/>
            <a:r>
              <a:rPr lang="en-US"/>
              <a:t>Click to edit Master text styles</a:t>
            </a:r>
          </a:p>
        </p:txBody>
      </p:sp>
      <p:cxnSp>
        <p:nvCxnSpPr>
          <p:cNvPr id="10" name="Straight Connector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854363" y="2244437"/>
            <a:ext cx="4331855" cy="0"/>
          </a:xfrm>
          <a:prstGeom prst="line">
            <a:avLst/>
          </a:prstGeom>
          <a:ln w="15875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854363" y="4668983"/>
            <a:ext cx="4331855" cy="0"/>
          </a:xfrm>
          <a:prstGeom prst="line">
            <a:avLst/>
          </a:prstGeom>
          <a:ln w="15875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oup 5">
            <a:extLst>
              <a:ext uri="{FF2B5EF4-FFF2-40B4-BE49-F238E27FC236}">
                <a16:creationId xmlns:a16="http://schemas.microsoft.com/office/drawing/2014/main" id="{288D66E9-C096-F7E5-4608-69F3BFAA0E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0" y="0"/>
            <a:chExt cx="12192000" cy="397164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D20D476-3C3C-17FB-6B9D-62877266FDDD}"/>
                </a:ext>
              </a:extLst>
            </p:cNvPr>
            <p:cNvSpPr/>
            <p:nvPr userDrawn="1"/>
          </p:nvSpPr>
          <p:spPr>
            <a:xfrm>
              <a:off x="1" y="198582"/>
              <a:ext cx="3082197" cy="1985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6A3B59E-EB98-37C9-ABAF-5F298CBCB50F}"/>
                </a:ext>
              </a:extLst>
            </p:cNvPr>
            <p:cNvSpPr/>
            <p:nvPr userDrawn="1"/>
          </p:nvSpPr>
          <p:spPr>
            <a:xfrm>
              <a:off x="3050818" y="198582"/>
              <a:ext cx="3047061" cy="19858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109ADF04-D661-134D-CEBE-7284FCA07F2A}"/>
                </a:ext>
              </a:extLst>
            </p:cNvPr>
            <p:cNvSpPr/>
            <p:nvPr userDrawn="1"/>
          </p:nvSpPr>
          <p:spPr>
            <a:xfrm>
              <a:off x="6097879" y="198582"/>
              <a:ext cx="3047061" cy="19858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EB66F9EB-2209-AA77-54BB-874DD2429227}"/>
                </a:ext>
              </a:extLst>
            </p:cNvPr>
            <p:cNvSpPr/>
            <p:nvPr userDrawn="1"/>
          </p:nvSpPr>
          <p:spPr>
            <a:xfrm>
              <a:off x="9144939" y="198582"/>
              <a:ext cx="3047061" cy="19858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AE99F41D-6A52-4E41-CCC6-4F322B85979A}"/>
                </a:ext>
              </a:extLst>
            </p:cNvPr>
            <p:cNvSpPr/>
            <p:nvPr userDrawn="1"/>
          </p:nvSpPr>
          <p:spPr>
            <a:xfrm>
              <a:off x="0" y="0"/>
              <a:ext cx="12191999" cy="19858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43317354"/>
      </p:ext>
    </p:extLst>
  </p:cSld>
  <p:clrMapOvr>
    <a:masterClrMapping/>
  </p:clrMapOvr>
  <p:transition spd="slow">
    <p:push dir="u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1550988" y="3461559"/>
            <a:ext cx="9070975" cy="598488"/>
          </a:xfrm>
        </p:spPr>
        <p:txBody>
          <a:bodyPr>
            <a:normAutofit/>
          </a:bodyPr>
          <a:lstStyle>
            <a:lvl1pPr marL="0" indent="0" algn="ctr">
              <a:buNone/>
              <a:defRPr sz="3200"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lang="en-US" dirty="0" err="1"/>
              <a:t>Subheader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7591" y="2382981"/>
            <a:ext cx="11569729" cy="1046019"/>
          </a:xfrm>
        </p:spPr>
        <p:txBody>
          <a:bodyPr anchor="b">
            <a:normAutofit/>
          </a:bodyPr>
          <a:lstStyle>
            <a:lvl1pPr algn="ctr">
              <a:defRPr sz="6000" b="1" cap="all" baseline="0"/>
            </a:lvl1pPr>
          </a:lstStyle>
          <a:p>
            <a:r>
              <a:rPr lang="en-US" dirty="0"/>
              <a:t>SECTION DIVIDER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10751004" y="6335309"/>
            <a:ext cx="1181114" cy="250337"/>
          </a:xfrm>
        </p:spPr>
        <p:txBody>
          <a:bodyPr/>
          <a:lstStyle/>
          <a:p>
            <a:fld id="{5FDFC970-B950-4395-A833-47227D4A68CA}" type="datetime1">
              <a:rPr lang="en-US" smtClean="0"/>
              <a:t>4/1/2025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BE3B45F-F7EF-7AC1-2F71-A8F707B474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0" y="0"/>
            <a:chExt cx="12192000" cy="397164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2E7FF446-A027-DF9C-2EF7-BB8A71A92C25}"/>
                </a:ext>
              </a:extLst>
            </p:cNvPr>
            <p:cNvSpPr/>
            <p:nvPr userDrawn="1"/>
          </p:nvSpPr>
          <p:spPr>
            <a:xfrm>
              <a:off x="1" y="198582"/>
              <a:ext cx="3082197" cy="1985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64DBD243-4CC4-FC6A-A3EF-134F0475518A}"/>
                </a:ext>
              </a:extLst>
            </p:cNvPr>
            <p:cNvSpPr/>
            <p:nvPr userDrawn="1"/>
          </p:nvSpPr>
          <p:spPr>
            <a:xfrm>
              <a:off x="3050818" y="198582"/>
              <a:ext cx="3047061" cy="19858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B51E8B32-A35D-0923-E7EE-4693F5A56614}"/>
                </a:ext>
              </a:extLst>
            </p:cNvPr>
            <p:cNvSpPr/>
            <p:nvPr userDrawn="1"/>
          </p:nvSpPr>
          <p:spPr>
            <a:xfrm>
              <a:off x="6097879" y="198582"/>
              <a:ext cx="3047061" cy="19858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D04998BE-5F59-2840-05C4-7AFCED90F6C7}"/>
                </a:ext>
              </a:extLst>
            </p:cNvPr>
            <p:cNvSpPr/>
            <p:nvPr userDrawn="1"/>
          </p:nvSpPr>
          <p:spPr>
            <a:xfrm>
              <a:off x="9144939" y="198582"/>
              <a:ext cx="3047061" cy="19858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571EFAE3-6B14-DE22-01D0-2E8AFF7CD36A}"/>
                </a:ext>
              </a:extLst>
            </p:cNvPr>
            <p:cNvSpPr/>
            <p:nvPr userDrawn="1"/>
          </p:nvSpPr>
          <p:spPr>
            <a:xfrm>
              <a:off x="0" y="0"/>
              <a:ext cx="12191999" cy="19858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467728093"/>
      </p:ext>
    </p:extLst>
  </p:cSld>
  <p:clrMapOvr>
    <a:masterClrMapping/>
  </p:clrMapOvr>
  <p:transition spd="slow">
    <p:push dir="u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 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1550988" y="3461559"/>
            <a:ext cx="9070975" cy="598488"/>
          </a:xfrm>
        </p:spPr>
        <p:txBody>
          <a:bodyPr>
            <a:normAutofit/>
          </a:bodyPr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lang="en-US" dirty="0" err="1"/>
              <a:t>Subheader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7591" y="2382981"/>
            <a:ext cx="11569729" cy="1046019"/>
          </a:xfrm>
        </p:spPr>
        <p:txBody>
          <a:bodyPr anchor="b">
            <a:normAutofit/>
          </a:bodyPr>
          <a:lstStyle>
            <a:lvl1pPr algn="ctr">
              <a:defRPr sz="6000" b="1" cap="all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DIVIDER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10751004" y="6335309"/>
            <a:ext cx="1181114" cy="25033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FDFC970-B950-4395-A833-47227D4A68CA}" type="datetime1">
              <a:rPr lang="en-US" smtClean="0"/>
              <a:pPr/>
              <a:t>4/1/2025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5364A90-0797-F96E-F770-FF1A12CE0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0" y="0"/>
            <a:chExt cx="12192000" cy="397164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4350EA6-F3C3-B71A-2AE8-59D702686268}"/>
                </a:ext>
              </a:extLst>
            </p:cNvPr>
            <p:cNvSpPr/>
            <p:nvPr userDrawn="1"/>
          </p:nvSpPr>
          <p:spPr>
            <a:xfrm>
              <a:off x="1" y="198582"/>
              <a:ext cx="3082197" cy="1985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9DFD5CBB-2458-6136-9C90-A6C4B927AC9B}"/>
                </a:ext>
              </a:extLst>
            </p:cNvPr>
            <p:cNvSpPr/>
            <p:nvPr userDrawn="1"/>
          </p:nvSpPr>
          <p:spPr>
            <a:xfrm>
              <a:off x="3050818" y="198582"/>
              <a:ext cx="3047061" cy="19858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7B84D87D-DBE9-B3EF-FFB3-C2AFE2A77403}"/>
                </a:ext>
              </a:extLst>
            </p:cNvPr>
            <p:cNvSpPr/>
            <p:nvPr userDrawn="1"/>
          </p:nvSpPr>
          <p:spPr>
            <a:xfrm>
              <a:off x="6097879" y="198582"/>
              <a:ext cx="3047061" cy="19858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0F1F04D2-CB9A-2272-4643-01B4FAAC4398}"/>
                </a:ext>
              </a:extLst>
            </p:cNvPr>
            <p:cNvSpPr/>
            <p:nvPr userDrawn="1"/>
          </p:nvSpPr>
          <p:spPr>
            <a:xfrm>
              <a:off x="9144939" y="198582"/>
              <a:ext cx="3047061" cy="19858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936161E2-6AF6-CD93-0C7B-DE95E53B4B4C}"/>
                </a:ext>
              </a:extLst>
            </p:cNvPr>
            <p:cNvSpPr/>
            <p:nvPr userDrawn="1"/>
          </p:nvSpPr>
          <p:spPr>
            <a:xfrm>
              <a:off x="0" y="0"/>
              <a:ext cx="12191999" cy="19858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666828729"/>
      </p:ext>
    </p:extLst>
  </p:cSld>
  <p:clrMapOvr>
    <a:masterClrMapping/>
  </p:clrMapOvr>
  <p:transition spd="slow">
    <p:push dir="u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1550988" y="3461559"/>
            <a:ext cx="9070975" cy="598488"/>
          </a:xfrm>
        </p:spPr>
        <p:txBody>
          <a:bodyPr>
            <a:normAutofit/>
          </a:bodyPr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lang="en-US" dirty="0" err="1"/>
              <a:t>Subheader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7591" y="2382981"/>
            <a:ext cx="11569729" cy="1046019"/>
          </a:xfrm>
        </p:spPr>
        <p:txBody>
          <a:bodyPr anchor="b">
            <a:normAutofit/>
          </a:bodyPr>
          <a:lstStyle>
            <a:lvl1pPr algn="ctr">
              <a:defRPr sz="6000" b="1" cap="all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DIVIDER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10751004" y="6335309"/>
            <a:ext cx="1181114" cy="25033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FDFC970-B950-4395-A833-47227D4A68CA}" type="datetime1">
              <a:rPr lang="en-US" smtClean="0"/>
              <a:pPr/>
              <a:t>4/1/2025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AAC575D-0FA9-A38D-9797-156B5AA8A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0" y="0"/>
            <a:chExt cx="12192000" cy="397164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72D70FB-ADA6-5E6E-29B1-A1623DE361B1}"/>
                </a:ext>
              </a:extLst>
            </p:cNvPr>
            <p:cNvSpPr/>
            <p:nvPr userDrawn="1"/>
          </p:nvSpPr>
          <p:spPr>
            <a:xfrm>
              <a:off x="1" y="198582"/>
              <a:ext cx="3082197" cy="1985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A40349B-8324-5C56-8910-78C4E6366CCD}"/>
                </a:ext>
              </a:extLst>
            </p:cNvPr>
            <p:cNvSpPr/>
            <p:nvPr userDrawn="1"/>
          </p:nvSpPr>
          <p:spPr>
            <a:xfrm>
              <a:off x="3050818" y="198582"/>
              <a:ext cx="3047061" cy="19858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CD12A301-E6DF-7760-3D01-B0933E87104E}"/>
                </a:ext>
              </a:extLst>
            </p:cNvPr>
            <p:cNvSpPr/>
            <p:nvPr userDrawn="1"/>
          </p:nvSpPr>
          <p:spPr>
            <a:xfrm>
              <a:off x="6097879" y="198582"/>
              <a:ext cx="3047061" cy="19858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B5F068C1-6FE1-DFD6-F0F5-A3F1F8A8E5CD}"/>
                </a:ext>
              </a:extLst>
            </p:cNvPr>
            <p:cNvSpPr/>
            <p:nvPr userDrawn="1"/>
          </p:nvSpPr>
          <p:spPr>
            <a:xfrm>
              <a:off x="9144939" y="198582"/>
              <a:ext cx="3047061" cy="19858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C93460B5-979B-9830-988B-CA56409C364F}"/>
                </a:ext>
              </a:extLst>
            </p:cNvPr>
            <p:cNvSpPr/>
            <p:nvPr userDrawn="1"/>
          </p:nvSpPr>
          <p:spPr>
            <a:xfrm>
              <a:off x="0" y="0"/>
              <a:ext cx="12191999" cy="19858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035022777"/>
      </p:ext>
    </p:extLst>
  </p:cSld>
  <p:clrMapOvr>
    <a:masterClrMapping/>
  </p:clrMapOvr>
  <p:transition spd="slow">
    <p:push dir="u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57225" y="4581236"/>
            <a:ext cx="10877550" cy="1597891"/>
          </a:xfrm>
          <a:noFill/>
        </p:spPr>
        <p:txBody>
          <a:bodyPr wrap="square" rtlCol="0" anchor="ctr" anchorCtr="1">
            <a:noAutofit/>
          </a:bodyPr>
          <a:lstStyle>
            <a:lvl1pPr algn="ctr">
              <a:defRPr lang="en-US" sz="1800" b="0" i="0" cap="none" baseline="0">
                <a:solidFill>
                  <a:schemeClr val="tx1"/>
                </a:solidFill>
                <a:latin typeface="Verdana" charset="0"/>
                <a:ea typeface="Verdana" charset="0"/>
                <a:cs typeface="Verdana" charset="0"/>
              </a:defRPr>
            </a:lvl1pPr>
          </a:lstStyle>
          <a:p>
            <a:pPr marL="0" lvl="0" algn="ctr">
              <a:lnSpc>
                <a:spcPct val="75000"/>
              </a:lnSpc>
            </a:pPr>
            <a:r>
              <a:rPr lang="en-US" dirty="0"/>
              <a:t>Click to edit master closing slide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10751004" y="6335309"/>
            <a:ext cx="1181114" cy="250337"/>
          </a:xfrm>
        </p:spPr>
        <p:txBody>
          <a:bodyPr/>
          <a:lstStyle/>
          <a:p>
            <a:fld id="{75D660D7-90CE-4513-A3CE-C070B9421917}" type="datetime1">
              <a:rPr lang="en-US" smtClean="0"/>
              <a:t>4/1/2025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Picture 3" descr="University of Waterloo Faculty of Engineering logo">
            <a:extLst>
              <a:ext uri="{FF2B5EF4-FFF2-40B4-BE49-F238E27FC236}">
                <a16:creationId xmlns:a16="http://schemas.microsoft.com/office/drawing/2014/main" id="{08F22C7D-C1E2-3043-B369-F9AA670BFC5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047927" y="985586"/>
            <a:ext cx="6096143" cy="4075200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07CA9BB1-9C2E-4569-BE1D-5D7F529E6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0" y="0"/>
            <a:chExt cx="12192000" cy="397164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A410A60-FA9B-1ECF-958F-BC27BB5C2E95}"/>
                </a:ext>
              </a:extLst>
            </p:cNvPr>
            <p:cNvSpPr/>
            <p:nvPr userDrawn="1"/>
          </p:nvSpPr>
          <p:spPr>
            <a:xfrm>
              <a:off x="1" y="198582"/>
              <a:ext cx="3082197" cy="1985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CC5613F-FE3A-A7CF-B132-7779C8C132EE}"/>
                </a:ext>
              </a:extLst>
            </p:cNvPr>
            <p:cNvSpPr/>
            <p:nvPr userDrawn="1"/>
          </p:nvSpPr>
          <p:spPr>
            <a:xfrm>
              <a:off x="3050818" y="198582"/>
              <a:ext cx="3047061" cy="19858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EE9D1A7-9583-C584-47EB-0627750BD7CF}"/>
                </a:ext>
              </a:extLst>
            </p:cNvPr>
            <p:cNvSpPr/>
            <p:nvPr userDrawn="1"/>
          </p:nvSpPr>
          <p:spPr>
            <a:xfrm>
              <a:off x="6097879" y="198582"/>
              <a:ext cx="3047061" cy="19858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D6DCD87-2E74-CDA8-1BA0-3DE81AD3380C}"/>
                </a:ext>
              </a:extLst>
            </p:cNvPr>
            <p:cNvSpPr/>
            <p:nvPr userDrawn="1"/>
          </p:nvSpPr>
          <p:spPr>
            <a:xfrm>
              <a:off x="9144939" y="198582"/>
              <a:ext cx="3047061" cy="19858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FD214E4-DEB6-B4CF-DF1D-A1A345D13201}"/>
                </a:ext>
              </a:extLst>
            </p:cNvPr>
            <p:cNvSpPr/>
            <p:nvPr userDrawn="1"/>
          </p:nvSpPr>
          <p:spPr>
            <a:xfrm>
              <a:off x="0" y="0"/>
              <a:ext cx="12191999" cy="19858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269677358"/>
      </p:ext>
    </p:extLst>
  </p:cSld>
  <p:clrMapOvr>
    <a:masterClrMapping/>
  </p:clrMapOvr>
  <p:transition spd="slow">
    <p:push dir="u"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_AL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33425" y="4682836"/>
            <a:ext cx="10725150" cy="1559782"/>
          </a:xfrm>
          <a:noFill/>
        </p:spPr>
        <p:txBody>
          <a:bodyPr wrap="square" rtlCol="0" anchor="ctr" anchorCtr="1">
            <a:noAutofit/>
          </a:bodyPr>
          <a:lstStyle>
            <a:lvl1pPr marL="0" algn="ctr">
              <a:lnSpc>
                <a:spcPct val="75000"/>
              </a:lnSpc>
              <a:defRPr lang="en-US" sz="1800" b="0" i="0">
                <a:solidFill>
                  <a:schemeClr val="bg1">
                    <a:alpha val="81000"/>
                  </a:schemeClr>
                </a:solidFill>
                <a:latin typeface="Verdana" charset="0"/>
                <a:ea typeface="Verdana" charset="0"/>
                <a:cs typeface="Verdana" charset="0"/>
              </a:defRPr>
            </a:lvl1pPr>
          </a:lstStyle>
          <a:p>
            <a:pPr marL="0" lvl="0" algn="ctr">
              <a:lnSpc>
                <a:spcPct val="75000"/>
              </a:lnSpc>
            </a:pPr>
            <a:r>
              <a:rPr lang="en-US" dirty="0"/>
              <a:t>Click to edit master closing slide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10751004" y="6335309"/>
            <a:ext cx="1181114" cy="25033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A368D4B-3D0A-49AB-8EA2-2DC8CB4594DB}" type="datetime1">
              <a:rPr lang="en-US" smtClean="0"/>
              <a:pPr/>
              <a:t>4/1/2025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4" descr="University of Waterloo Faculty of Engineering logo">
            <a:extLst>
              <a:ext uri="{FF2B5EF4-FFF2-40B4-BE49-F238E27FC236}">
                <a16:creationId xmlns:a16="http://schemas.microsoft.com/office/drawing/2014/main" id="{B312827E-EAC5-3946-AC23-03E04566DDA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047928" y="985586"/>
            <a:ext cx="6096143" cy="4075200"/>
          </a:xfrm>
          <a:prstGeom prst="rect">
            <a:avLst/>
          </a:prstGeom>
          <a:effectLst/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B8C08A7A-273E-2AF6-423F-B3A31B4E87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0" y="0"/>
            <a:chExt cx="12192000" cy="397164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6364F3F-3B82-84E7-CBE7-02C3AEE04520}"/>
                </a:ext>
              </a:extLst>
            </p:cNvPr>
            <p:cNvSpPr/>
            <p:nvPr userDrawn="1"/>
          </p:nvSpPr>
          <p:spPr>
            <a:xfrm>
              <a:off x="1" y="198582"/>
              <a:ext cx="3082197" cy="1985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0B8ADAC-7828-B63A-D5DA-453F6E05F127}"/>
                </a:ext>
              </a:extLst>
            </p:cNvPr>
            <p:cNvSpPr/>
            <p:nvPr userDrawn="1"/>
          </p:nvSpPr>
          <p:spPr>
            <a:xfrm>
              <a:off x="3050818" y="198582"/>
              <a:ext cx="3047061" cy="19858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D015563-E92F-C342-9A7D-30F6A4E8A031}"/>
                </a:ext>
              </a:extLst>
            </p:cNvPr>
            <p:cNvSpPr/>
            <p:nvPr userDrawn="1"/>
          </p:nvSpPr>
          <p:spPr>
            <a:xfrm>
              <a:off x="6097879" y="198582"/>
              <a:ext cx="3047061" cy="19858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6A7D1E3D-066D-CE3E-D814-48C37B5F91F3}"/>
                </a:ext>
              </a:extLst>
            </p:cNvPr>
            <p:cNvSpPr/>
            <p:nvPr userDrawn="1"/>
          </p:nvSpPr>
          <p:spPr>
            <a:xfrm>
              <a:off x="9144939" y="198582"/>
              <a:ext cx="3047061" cy="19858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511196A-9E52-FC64-5031-EB102393BE10}"/>
                </a:ext>
              </a:extLst>
            </p:cNvPr>
            <p:cNvSpPr/>
            <p:nvPr userDrawn="1"/>
          </p:nvSpPr>
          <p:spPr>
            <a:xfrm>
              <a:off x="0" y="0"/>
              <a:ext cx="12191999" cy="19858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722082862"/>
      </p:ext>
    </p:extLst>
  </p:cSld>
  <p:clrMapOvr>
    <a:masterClrMapping/>
  </p:clrMapOvr>
  <p:transition spd="slow">
    <p:push dir="u"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losing Slide_Y+W_AL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10751004" y="6335309"/>
            <a:ext cx="1181114" cy="25033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A368D4B-3D0A-49AB-8EA2-2DC8CB4594DB}" type="datetime1">
              <a:rPr lang="en-US" smtClean="0"/>
              <a:pPr/>
              <a:t>4/1/2025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4" descr="University of Waterloo Faculty of Engineering logo">
            <a:extLst>
              <a:ext uri="{FF2B5EF4-FFF2-40B4-BE49-F238E27FC236}">
                <a16:creationId xmlns:a16="http://schemas.microsoft.com/office/drawing/2014/main" id="{B312827E-EAC5-3946-AC23-03E04566DDA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047928" y="799131"/>
            <a:ext cx="6096143" cy="4075200"/>
          </a:xfrm>
          <a:prstGeom prst="rect">
            <a:avLst/>
          </a:prstGeom>
          <a:effectLst/>
        </p:spPr>
      </p:pic>
      <p:pic>
        <p:nvPicPr>
          <p:cNvPr id="16" name="Picture 15" descr="YOU+WATERLOO">
            <a:extLst>
              <a:ext uri="{FF2B5EF4-FFF2-40B4-BE49-F238E27FC236}">
                <a16:creationId xmlns:a16="http://schemas.microsoft.com/office/drawing/2014/main" id="{447C4EF9-A5C2-5947-9C94-BD3C8A011B2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87315" y="4854114"/>
            <a:ext cx="1817370" cy="51435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B13A5EE-7ACD-F44B-B9D4-9E14E16B8E1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237482" y="5539328"/>
            <a:ext cx="3717036" cy="243459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65551F98-0A77-9BFF-9522-8E7ECCBB75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0" y="0"/>
            <a:chExt cx="12192000" cy="397164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E1BD5278-A732-132E-D1BB-5FC1F8CDD5E2}"/>
                </a:ext>
              </a:extLst>
            </p:cNvPr>
            <p:cNvSpPr/>
            <p:nvPr userDrawn="1"/>
          </p:nvSpPr>
          <p:spPr>
            <a:xfrm>
              <a:off x="1" y="198582"/>
              <a:ext cx="3082197" cy="1985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0BF4F076-A524-9C72-246E-4632FB7B6835}"/>
                </a:ext>
              </a:extLst>
            </p:cNvPr>
            <p:cNvSpPr/>
            <p:nvPr userDrawn="1"/>
          </p:nvSpPr>
          <p:spPr>
            <a:xfrm>
              <a:off x="3050818" y="198582"/>
              <a:ext cx="3047061" cy="19858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966D408-FB48-5753-CC50-CD16F619FAFA}"/>
                </a:ext>
              </a:extLst>
            </p:cNvPr>
            <p:cNvSpPr/>
            <p:nvPr userDrawn="1"/>
          </p:nvSpPr>
          <p:spPr>
            <a:xfrm>
              <a:off x="6097879" y="198582"/>
              <a:ext cx="3047061" cy="19858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B35BE29-48EB-34E3-E99E-5D6ECC453C11}"/>
                </a:ext>
              </a:extLst>
            </p:cNvPr>
            <p:cNvSpPr/>
            <p:nvPr userDrawn="1"/>
          </p:nvSpPr>
          <p:spPr>
            <a:xfrm>
              <a:off x="9144939" y="198582"/>
              <a:ext cx="3047061" cy="19858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F53627FE-0E92-6205-F722-7C260F139C8A}"/>
                </a:ext>
              </a:extLst>
            </p:cNvPr>
            <p:cNvSpPr/>
            <p:nvPr userDrawn="1"/>
          </p:nvSpPr>
          <p:spPr>
            <a:xfrm>
              <a:off x="0" y="0"/>
              <a:ext cx="12191999" cy="19858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721874654"/>
      </p:ext>
    </p:extLst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University of Waterloo Faculty of Engineering logo">
            <a:extLst>
              <a:ext uri="{FF2B5EF4-FFF2-40B4-BE49-F238E27FC236}">
                <a16:creationId xmlns:a16="http://schemas.microsoft.com/office/drawing/2014/main" id="{75D18FC7-EB3D-A142-853C-7A6BC4BDE92C}"/>
              </a:ext>
            </a:extLst>
          </p:cNvPr>
          <p:cNvPicPr>
            <a:picLocks noChangeAspect="1"/>
          </p:cNvPicPr>
          <p:nvPr userDrawn="1"/>
        </p:nvPicPr>
        <p:blipFill>
          <a:blip r:embed="rId2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819902" y="5992113"/>
            <a:ext cx="3262499" cy="896736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883" y="434108"/>
            <a:ext cx="11569729" cy="8959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9882" y="1413163"/>
            <a:ext cx="11569729" cy="45951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38014" y="6335309"/>
            <a:ext cx="1181114" cy="2503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5FDFC970-B950-4395-A833-47227D4A68CA}" type="datetime1">
              <a:rPr lang="en-US" smtClean="0"/>
              <a:t>4/1/2025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9882" y="6335309"/>
            <a:ext cx="5226517" cy="2503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588000" y="6335309"/>
            <a:ext cx="1016000" cy="2503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9" name="Group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0" y="0"/>
            <a:chExt cx="12192000" cy="397164"/>
          </a:xfrm>
        </p:grpSpPr>
        <p:sp>
          <p:nvSpPr>
            <p:cNvPr id="16" name="Rectangle 15"/>
            <p:cNvSpPr/>
            <p:nvPr userDrawn="1"/>
          </p:nvSpPr>
          <p:spPr>
            <a:xfrm>
              <a:off x="1" y="198582"/>
              <a:ext cx="3082197" cy="1985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3050818" y="198582"/>
              <a:ext cx="3047061" cy="19858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/>
            <p:cNvSpPr/>
            <p:nvPr userDrawn="1"/>
          </p:nvSpPr>
          <p:spPr>
            <a:xfrm>
              <a:off x="6097879" y="198582"/>
              <a:ext cx="3047061" cy="19858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/>
            <p:cNvSpPr/>
            <p:nvPr userDrawn="1"/>
          </p:nvSpPr>
          <p:spPr>
            <a:xfrm>
              <a:off x="9144939" y="198582"/>
              <a:ext cx="3047061" cy="19858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/>
            <p:cNvSpPr/>
            <p:nvPr userDrawn="1"/>
          </p:nvSpPr>
          <p:spPr>
            <a:xfrm>
              <a:off x="0" y="0"/>
              <a:ext cx="12191999" cy="19858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737001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714" r:id="rId2"/>
    <p:sldLayoutId id="2147483715" r:id="rId3"/>
    <p:sldLayoutId id="2147483716" r:id="rId4"/>
    <p:sldLayoutId id="2147483670" r:id="rId5"/>
    <p:sldLayoutId id="2147483693" r:id="rId6"/>
    <p:sldLayoutId id="2147483671" r:id="rId7"/>
    <p:sldLayoutId id="2147483690" r:id="rId8"/>
    <p:sldLayoutId id="2147483672" r:id="rId9"/>
    <p:sldLayoutId id="2147483673" r:id="rId10"/>
    <p:sldLayoutId id="2147483674" r:id="rId11"/>
    <p:sldLayoutId id="2147483675" r:id="rId12"/>
    <p:sldLayoutId id="2147483710" r:id="rId13"/>
    <p:sldLayoutId id="2147483717" r:id="rId14"/>
    <p:sldLayoutId id="2147483718" r:id="rId15"/>
    <p:sldLayoutId id="2147483719" r:id="rId16"/>
    <p:sldLayoutId id="2147483720" r:id="rId17"/>
    <p:sldLayoutId id="2147483721" r:id="rId18"/>
    <p:sldLayoutId id="2147483712" r:id="rId19"/>
    <p:sldLayoutId id="2147483713" r:id="rId20"/>
    <p:sldLayoutId id="2147483723" r:id="rId21"/>
  </p:sldLayoutIdLst>
  <p:transition spd="slow">
    <p:push dir="u"/>
  </p:transition>
  <p:hf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600" b="1" kern="1200" spc="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8925" indent="-288925" algn="l" defTabSz="914400" rtl="0" eaLnBrk="1" latinLnBrk="0" hangingPunct="1">
        <a:lnSpc>
          <a:spcPct val="100000"/>
        </a:lnSpc>
        <a:spcBef>
          <a:spcPts val="800"/>
        </a:spcBef>
        <a:spcAft>
          <a:spcPts val="800"/>
        </a:spcAft>
        <a:buClr>
          <a:schemeClr val="tx1"/>
        </a:buClr>
        <a:buSzPct val="85000"/>
        <a:buFont typeface="Wingdings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800"/>
        </a:spcBef>
        <a:spcAft>
          <a:spcPts val="800"/>
        </a:spcAft>
        <a:buClr>
          <a:schemeClr val="tx1"/>
        </a:buClr>
        <a:buSzPct val="85000"/>
        <a:buFont typeface="Wingdings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800"/>
        </a:spcBef>
        <a:spcAft>
          <a:spcPts val="800"/>
        </a:spcAft>
        <a:buClr>
          <a:schemeClr val="tx1"/>
        </a:buClr>
        <a:buSzPct val="85000"/>
        <a:buFont typeface="Wingdings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800"/>
        </a:spcBef>
        <a:spcAft>
          <a:spcPts val="800"/>
        </a:spcAft>
        <a:buClr>
          <a:schemeClr val="tx1"/>
        </a:buClr>
        <a:buSzPct val="85000"/>
        <a:buFont typeface="Wingdings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800"/>
        </a:spcBef>
        <a:spcAft>
          <a:spcPts val="800"/>
        </a:spcAft>
        <a:buClr>
          <a:schemeClr val="tx1"/>
        </a:buClr>
        <a:buSzPct val="85000"/>
        <a:buFont typeface="Wingdings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Research Progress Update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Fateme Mohammad Mohammadi,</a:t>
            </a:r>
            <a:br>
              <a:rPr lang="en-US" dirty="0"/>
            </a:br>
            <a:r>
              <a:rPr lang="en-US" dirty="0"/>
              <a:t>Chemical Engineering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3/31/2025</a:t>
            </a:r>
          </a:p>
        </p:txBody>
      </p:sp>
    </p:spTree>
    <p:extLst>
      <p:ext uri="{BB962C8B-B14F-4D97-AF65-F5344CB8AC3E}">
        <p14:creationId xmlns:p14="http://schemas.microsoft.com/office/powerpoint/2010/main" val="114863653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 CSTR example –Training – 1000 sample points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5C21B42-D1BB-7461-A91C-45ADC50D7F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22921" y="1412875"/>
            <a:ext cx="8044558" cy="4595813"/>
          </a:xfrm>
        </p:spPr>
      </p:pic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Research Progress Update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3207280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8C685-DF65-2078-9AE6-CF0EC13F48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 CSTR example – Experiment – 1000 sample points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066F39F7-9DEE-C17F-289F-BD9D97025F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84367" y="1412875"/>
            <a:ext cx="6321666" cy="4595813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2AB210-8385-CA3C-CC16-8E3E5C7C40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Research Progress Update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B3EA39-819A-5DF2-5A2A-553905730E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6347800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CB8D3-8147-245F-A161-F2A2FBE64D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Paper – CSTR case study - Training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3F7BF20-61B9-DDF6-8057-86E5B1FE06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87463" y="1412875"/>
            <a:ext cx="8315474" cy="4595813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8D1CAA-ABB6-658F-E924-9C8FFB9359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Research Progress Update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AA67FD-AA60-B594-E446-CE1DD7FBB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8641376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18B720-4F00-E3CD-C7FE-81406C1EEE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Paper – CSTR case study - Experiment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D70FD501-CF4E-4823-6D7D-ECADA97995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89535" y="1412875"/>
            <a:ext cx="6311329" cy="4595813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BACE50-B8E7-5A56-1D86-72C37EA4E4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Research Progress Update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03D722-D251-F9AD-2026-D5DB94E55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0249341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B6FBDD-16C2-F445-EEB7-B717BF5E3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 CSTR example –Training – 600 sample points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290EA2-2FFD-AEAA-9DA6-A1C1CB13EA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Research Progress Update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86E5F8-9AD8-E28F-4C8F-A0428C1CD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15" name="Content Placeholder 14">
            <a:extLst>
              <a:ext uri="{FF2B5EF4-FFF2-40B4-BE49-F238E27FC236}">
                <a16:creationId xmlns:a16="http://schemas.microsoft.com/office/drawing/2014/main" id="{DE8CAC6F-C1AB-90A1-BC0E-6B5E17C216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967" t="774" b="1"/>
          <a:stretch/>
        </p:blipFill>
        <p:spPr>
          <a:xfrm>
            <a:off x="2948298" y="1572426"/>
            <a:ext cx="6254879" cy="4310358"/>
          </a:xfrm>
        </p:spPr>
      </p:pic>
    </p:spTree>
    <p:extLst>
      <p:ext uri="{BB962C8B-B14F-4D97-AF65-F5344CB8AC3E}">
        <p14:creationId xmlns:p14="http://schemas.microsoft.com/office/powerpoint/2010/main" val="2062944329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9234A5-FB41-511C-F5C4-7676FC5058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38C1C8-A8C3-F0BC-4C4B-C2AC40FA56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 CSTR example –Experiment – 600 sample points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DC5271-C7B0-0403-516C-A1ABD0B2BF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Research Progress Update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9E700F-2611-AEF0-DF76-8FE33DA01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6" name="Content Placeholder 10">
            <a:extLst>
              <a:ext uri="{FF2B5EF4-FFF2-40B4-BE49-F238E27FC236}">
                <a16:creationId xmlns:a16="http://schemas.microsoft.com/office/drawing/2014/main" id="{C0F50AB7-5E8A-16C1-78C5-5BF61D9214A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1241" b="5042"/>
          <a:stretch/>
        </p:blipFill>
        <p:spPr>
          <a:xfrm>
            <a:off x="2992011" y="1519009"/>
            <a:ext cx="6106377" cy="4383545"/>
          </a:xfrm>
        </p:spPr>
      </p:pic>
    </p:spTree>
    <p:extLst>
      <p:ext uri="{BB962C8B-B14F-4D97-AF65-F5344CB8AC3E}">
        <p14:creationId xmlns:p14="http://schemas.microsoft.com/office/powerpoint/2010/main" val="3355418676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71A06D-62B4-478E-C1A8-8CC92415DE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BD29CD-2AE6-C4FA-AE31-FB639EACDB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 CSTR example –Training – 300 sample points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000E5A-6EA8-C706-4AA5-AE91011B1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Research Progress Update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77A5DB-81A7-643C-986B-7DC3EEC0D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D717260-C1C1-3738-0B53-F612F48B60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966" b="852"/>
          <a:stretch/>
        </p:blipFill>
        <p:spPr>
          <a:xfrm>
            <a:off x="2839590" y="1683521"/>
            <a:ext cx="6411220" cy="4059253"/>
          </a:xfrm>
        </p:spPr>
      </p:pic>
    </p:spTree>
    <p:extLst>
      <p:ext uri="{BB962C8B-B14F-4D97-AF65-F5344CB8AC3E}">
        <p14:creationId xmlns:p14="http://schemas.microsoft.com/office/powerpoint/2010/main" val="1237337092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F70F51-11B7-0F07-BFD0-B66FA67C73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 CSTR example –Experiment – 300 sample points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3865B3D9-F8F6-9D39-E0F8-4A6BB329B9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868"/>
          <a:stretch/>
        </p:blipFill>
        <p:spPr>
          <a:xfrm>
            <a:off x="3071718" y="1452785"/>
            <a:ext cx="5946963" cy="4555903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BAF974-4E24-DB77-FD2D-3FFA7A010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Research Progress Update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C6A7B4-67E3-3856-F005-E6F8773F6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6543921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EB668B-2075-560B-E81D-AA8E91B312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 CSTR example –Training – 300 sample points - Run again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DF0600E0-DC28-84FB-91E6-1B3624345AC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833" b="-1"/>
          <a:stretch/>
        </p:blipFill>
        <p:spPr>
          <a:xfrm>
            <a:off x="2482581" y="1451113"/>
            <a:ext cx="7125238" cy="4557575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088029-A0A4-C3AC-4B7C-9937FCC142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Research Progress Update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021055-D150-B9F0-3B53-969F1F0AA8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3353935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9A9968-4015-F3BF-8BD6-08A10FDB1A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 CSTR example –Experiment – 300 sample points – Run again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2A7FD205-6CCC-F1F4-4699-FF090158D5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4876"/>
          <a:stretch/>
        </p:blipFill>
        <p:spPr>
          <a:xfrm>
            <a:off x="3091169" y="1412875"/>
            <a:ext cx="5908062" cy="4371699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D51FC7-1141-EE6F-86B0-8DCABE60E7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Research Progress Update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CBE904-CB3E-69C6-2C96-75C1A99E8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5359950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33764B-659C-1EC1-0A2B-109F4BB648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Visualization – Prediction - NN</a:t>
            </a:r>
          </a:p>
        </p:txBody>
      </p:sp>
      <p:pic>
        <p:nvPicPr>
          <p:cNvPr id="7" name="Content Placeholder 6" descr="A graph showing different colored lines&#10;&#10;AI-generated content may be incorrect.">
            <a:extLst>
              <a:ext uri="{FF2B5EF4-FFF2-40B4-BE49-F238E27FC236}">
                <a16:creationId xmlns:a16="http://schemas.microsoft.com/office/drawing/2014/main" id="{B101512D-F0A0-F6E0-60F1-43D252CC6B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7902" y="1424970"/>
            <a:ext cx="7314595" cy="4571622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BE8C1F-CC28-88DA-E2A6-37F3FBF6B0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Research Progress Update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4E38AD-E949-CC2E-25F5-58D9861B99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3734896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F89F94-6631-A38C-D96F-F703EFC740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Visualization – Prediction - KKT</a:t>
            </a:r>
          </a:p>
        </p:txBody>
      </p:sp>
      <p:pic>
        <p:nvPicPr>
          <p:cNvPr id="7" name="Content Placeholder 6" descr="A graph with different colored lines&#10;&#10;AI-generated content may be incorrect.">
            <a:extLst>
              <a:ext uri="{FF2B5EF4-FFF2-40B4-BE49-F238E27FC236}">
                <a16:creationId xmlns:a16="http://schemas.microsoft.com/office/drawing/2014/main" id="{0502C1FA-DE6B-A5D5-EAC9-9074E6D782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7902" y="1424970"/>
            <a:ext cx="7314595" cy="4571622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7CAE36-CB44-285E-7555-21434FA260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Research Progress Update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26AFB1-620F-B7AC-0FD7-AFD6D424B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1116053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25D2A-8C57-4061-F158-5AD85D2B71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Last run -KKT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F24256A-D36B-2E07-36DC-10A604CB3A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57005" y="1412875"/>
            <a:ext cx="8576389" cy="4595813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EB3C32-1D7A-AA17-01E8-BDFA71CEC3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FE827A-4614-8DCB-EA96-14D5CD34F7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8644688"/>
      </p:ext>
    </p:extLst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19B47-6FF2-D509-1077-17BFD88EEE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 CSTR example –Training – 400 sample points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D8412B61-79E1-AA6F-CDCD-88B7A66003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04465" y="1412875"/>
            <a:ext cx="7681469" cy="4595813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E47FCC4-1C6C-861A-1E51-9B6DBACC9D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C2637A-0FB9-0EC4-7414-B28D09068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510118"/>
      </p:ext>
    </p:extLst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536FFE-24DB-66B8-BD4B-A34869D6C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 CSTR example –Experiment – 400 sample points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361078E3-298A-4DBD-331A-04639D3448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52290" y="1412875"/>
            <a:ext cx="6585819" cy="4595813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4DD4687-187D-B7CA-DE98-65D946A23A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Research Progress Update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4C6D32-5020-2BC3-1E35-7924EDE79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8628321"/>
      </p:ext>
    </p:extLst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67E7FC-58E9-5605-24C2-5E8B67B151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Visualization – Prediction - NN</a:t>
            </a:r>
          </a:p>
        </p:txBody>
      </p:sp>
      <p:pic>
        <p:nvPicPr>
          <p:cNvPr id="7" name="Content Placeholder 6" descr="A graph showing different colored lines&#10;&#10;AI-generated content may be incorrect.">
            <a:extLst>
              <a:ext uri="{FF2B5EF4-FFF2-40B4-BE49-F238E27FC236}">
                <a16:creationId xmlns:a16="http://schemas.microsoft.com/office/drawing/2014/main" id="{6405886F-9E8A-1FB8-1F3F-B0B3CC6E89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7902" y="1424970"/>
            <a:ext cx="7314595" cy="4571622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69AA3E-28D3-3B2C-A5B4-34EA44C19F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Research Progress Update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9BAB70-D235-6AF4-5ABA-6DF25CF4DC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0687688"/>
      </p:ext>
    </p:extLst>
  </p:cSld>
  <p:clrMapOvr>
    <a:masterClrMapping/>
  </p:clrMapOvr>
  <p:transition spd="slow"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3AA8FA-AEE3-5FDC-A551-EFDF7072B6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Visualization – Prediction - KKT</a:t>
            </a:r>
          </a:p>
        </p:txBody>
      </p:sp>
      <p:pic>
        <p:nvPicPr>
          <p:cNvPr id="7" name="Content Placeholder 6" descr="A graph showing different colored lines&#10;&#10;AI-generated content may be incorrect.">
            <a:extLst>
              <a:ext uri="{FF2B5EF4-FFF2-40B4-BE49-F238E27FC236}">
                <a16:creationId xmlns:a16="http://schemas.microsoft.com/office/drawing/2014/main" id="{526A6332-CF91-7251-2B99-FA0E490355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7902" y="1424970"/>
            <a:ext cx="7314595" cy="4571622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F9F83B-2D35-D38A-9AB9-806C4AFE3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Research Progress Update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2A9F0A-6163-AD0C-A1C0-4083706E5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1460745"/>
      </p:ext>
    </p:extLst>
  </p:cSld>
  <p:clrMapOvr>
    <a:masterClrMapping/>
  </p:clrMapOvr>
  <p:transition spd="slow">
    <p:push dir="u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729BFE-6D2A-3030-95FA-48D6A6A3C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 CSTR example –Training – 500 sample points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3D9931F5-6874-F2C6-014C-66E01EDCFC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72236" y="1412875"/>
            <a:ext cx="7145928" cy="4595813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592EB9-C26A-954F-9B72-FBDE02B5B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745A6E-C91E-0C0B-64BC-A629C97DB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2664378"/>
      </p:ext>
    </p:extLst>
  </p:cSld>
  <p:clrMapOvr>
    <a:masterClrMapping/>
  </p:clrMapOvr>
  <p:transition spd="slow">
    <p:push dir="u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A52958-2D5D-4EE2-A7E3-34F1E44897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 CSTR example –Experiment – 500 sample points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98F948E-0A43-5FAA-CFF2-CC89FDD634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38517" y="1412875"/>
            <a:ext cx="6413366" cy="4595813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F277F8-739F-118F-94C6-E7AEC849C1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37E557-12FA-C848-42AD-F75991684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4078937"/>
      </p:ext>
    </p:extLst>
  </p:cSld>
  <p:clrMapOvr>
    <a:masterClrMapping/>
  </p:clrMapOvr>
  <p:transition spd="slow">
    <p:push dir="u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ACC725-9581-4EC5-12AC-6EB7E35048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Visualization – Prediction - NN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DE7ABD-2FCF-0B4A-EEBC-AA0C636F15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D86F60-6D2A-F0FC-28A7-B61B7CC744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21</a:t>
            </a:fld>
            <a:endParaRPr lang="en-US" dirty="0"/>
          </a:p>
        </p:txBody>
      </p:sp>
      <p:pic>
        <p:nvPicPr>
          <p:cNvPr id="11" name="Content Placeholder 10" descr="A graph showing different colored lines&#10;&#10;AI-generated content may be incorrect.">
            <a:extLst>
              <a:ext uri="{FF2B5EF4-FFF2-40B4-BE49-F238E27FC236}">
                <a16:creationId xmlns:a16="http://schemas.microsoft.com/office/drawing/2014/main" id="{8D6979B0-4F56-9BC9-E51E-DFB1B2EDF6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7902" y="1424970"/>
            <a:ext cx="7314595" cy="4571622"/>
          </a:xfrm>
        </p:spPr>
      </p:pic>
    </p:spTree>
    <p:extLst>
      <p:ext uri="{BB962C8B-B14F-4D97-AF65-F5344CB8AC3E}">
        <p14:creationId xmlns:p14="http://schemas.microsoft.com/office/powerpoint/2010/main" val="3438016310"/>
      </p:ext>
    </p:extLst>
  </p:cSld>
  <p:clrMapOvr>
    <a:masterClrMapping/>
  </p:clrMapOvr>
  <p:transition spd="slow">
    <p:push dir="u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1A8020-D7EB-2944-3B52-BDA53BB36D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1930A9-9562-BA37-1A69-2A4B4886F7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AE52AE-46AA-5A04-CD10-85FC2825B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22</a:t>
            </a:fld>
            <a:endParaRPr lang="en-US" dirty="0"/>
          </a:p>
        </p:txBody>
      </p:sp>
      <p:pic>
        <p:nvPicPr>
          <p:cNvPr id="11" name="Content Placeholder 10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EF148735-25A8-C8AA-5237-555080BF13B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7902" y="1424970"/>
            <a:ext cx="7314595" cy="4571622"/>
          </a:xfrm>
        </p:spPr>
      </p:pic>
    </p:spTree>
    <p:extLst>
      <p:ext uri="{BB962C8B-B14F-4D97-AF65-F5344CB8AC3E}">
        <p14:creationId xmlns:p14="http://schemas.microsoft.com/office/powerpoint/2010/main" val="3914801308"/>
      </p:ext>
    </p:extLst>
  </p:cSld>
  <p:clrMapOvr>
    <a:masterClrMapping/>
  </p:clrMapOvr>
  <p:transition spd="slow">
    <p:push dir="u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EBEB4C-26D8-045B-01F7-6BCAE0C52D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 CSTR example –Training – 200 sample points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E60CA9-BCA5-5DEC-C2C1-8F6FF1DA1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Research Progress Update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A3FC52-E296-DE54-EDD2-1DB5D8BBA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23</a:t>
            </a:fld>
            <a:endParaRPr lang="en-US" dirty="0"/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2A093DD8-F130-1633-6FF8-B5790894F3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70802" y="1412875"/>
            <a:ext cx="8348795" cy="4595813"/>
          </a:xfrm>
        </p:spPr>
      </p:pic>
    </p:spTree>
    <p:extLst>
      <p:ext uri="{BB962C8B-B14F-4D97-AF65-F5344CB8AC3E}">
        <p14:creationId xmlns:p14="http://schemas.microsoft.com/office/powerpoint/2010/main" val="3252611800"/>
      </p:ext>
    </p:extLst>
  </p:cSld>
  <p:clrMapOvr>
    <a:masterClrMapping/>
  </p:clrMapOvr>
  <p:transition spd="slow">
    <p:push dir="u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4072DC-D71E-D731-6F92-15FD6830B3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 CSTR example –Experiment – 200 sample points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45A490F8-752B-E38C-7C46-F48B60A0651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97255" y="1412875"/>
            <a:ext cx="6295890" cy="4595813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B671D2-7E72-58EE-88B9-EF5FFBCEA3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Research Progress Update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FD0FDC-7771-F017-B56E-A1146FFFC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0496714"/>
      </p:ext>
    </p:extLst>
  </p:cSld>
  <p:clrMapOvr>
    <a:masterClrMapping/>
  </p:clrMapOvr>
  <p:transition spd="slow">
    <p:push dir="u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DC55C4-2552-7D78-EB0F-E5FD514BEA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Visualization – Prediction - NN</a:t>
            </a:r>
          </a:p>
        </p:txBody>
      </p:sp>
      <p:pic>
        <p:nvPicPr>
          <p:cNvPr id="7" name="Content Placeholder 6" descr="A graph showing different colored lines&#10;&#10;AI-generated content may be incorrect.">
            <a:extLst>
              <a:ext uri="{FF2B5EF4-FFF2-40B4-BE49-F238E27FC236}">
                <a16:creationId xmlns:a16="http://schemas.microsoft.com/office/drawing/2014/main" id="{027F365C-098F-F011-06C5-D000830A1F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7902" y="1424970"/>
            <a:ext cx="7314595" cy="4571622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77C5A8-AABC-C6B3-36AA-6BC602A11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Research Progress Update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2C26BE-30EE-A7EF-5F6D-A000BA8B6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2473388"/>
      </p:ext>
    </p:extLst>
  </p:cSld>
  <p:clrMapOvr>
    <a:masterClrMapping/>
  </p:clrMapOvr>
  <p:transition spd="slow">
    <p:push dir="u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7DCF05-3331-F84F-8E31-6304BB957F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Visualization – Prediction - KKT</a:t>
            </a:r>
          </a:p>
        </p:txBody>
      </p:sp>
      <p:pic>
        <p:nvPicPr>
          <p:cNvPr id="7" name="Content Placeholder 6" descr="A graph showing different colored lines&#10;&#10;AI-generated content may be incorrect.">
            <a:extLst>
              <a:ext uri="{FF2B5EF4-FFF2-40B4-BE49-F238E27FC236}">
                <a16:creationId xmlns:a16="http://schemas.microsoft.com/office/drawing/2014/main" id="{8E26402B-A1FA-DF04-0BBF-405771A1BE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7902" y="1424970"/>
            <a:ext cx="7314595" cy="4571622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D6D0C1-FDF4-2DCD-0713-7FF1FD792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20FFED-F58F-32B6-162B-08BE4EB0B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4958576"/>
      </p:ext>
    </p:extLst>
  </p:cSld>
  <p:clrMapOvr>
    <a:masterClrMapping/>
  </p:clrMapOvr>
  <p:transition spd="slow">
    <p:push dir="u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865150-C8DC-BA4B-1C1C-49B0CEFEF5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 CSTR example –Training – 100 sample points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A8CD992-5E18-F363-523A-134C701C0C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608"/>
          <a:stretch/>
        </p:blipFill>
        <p:spPr>
          <a:xfrm>
            <a:off x="2853879" y="1922804"/>
            <a:ext cx="6382641" cy="3597980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522BD4-94FF-A67B-8F4C-9E42AAC6DC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ED614E-F061-A87D-8D4F-D01BE91D7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5413284"/>
      </p:ext>
    </p:extLst>
  </p:cSld>
  <p:clrMapOvr>
    <a:masterClrMapping/>
  </p:clrMapOvr>
  <p:transition spd="slow">
    <p:push dir="u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21663C-815E-1E36-1E10-A35824690C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 CSTR example –Experiment – 100 sample points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E8DDC27C-F59D-4625-7D97-CCDBABF6CAA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857" t="704"/>
          <a:stretch/>
        </p:blipFill>
        <p:spPr>
          <a:xfrm>
            <a:off x="3119214" y="1461331"/>
            <a:ext cx="5902963" cy="4531006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F9D832-AC89-C762-A1F6-DE6E4CEC7C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8EB32C-A5BF-2534-B777-EED4C552E6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0861346"/>
      </p:ext>
    </p:extLst>
  </p:cSld>
  <p:clrMapOvr>
    <a:masterClrMapping/>
  </p:clrMapOvr>
  <p:transition spd="slow">
    <p:push dir="u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8A114C-2B61-40B7-7BFB-23E3D2E4C7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Visualization – Prediction - NN</a:t>
            </a:r>
          </a:p>
        </p:txBody>
      </p:sp>
      <p:pic>
        <p:nvPicPr>
          <p:cNvPr id="7" name="Content Placeholder 6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C8AC00D8-3FCA-650A-94A2-15B9ABBA8B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7902" y="1424970"/>
            <a:ext cx="7314595" cy="4571622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1775EC-B2EF-3F6A-D828-740AD16AB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FDB31F-3AD2-BF02-2449-186FEC759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4660110"/>
      </p:ext>
    </p:extLst>
  </p:cSld>
  <p:clrMapOvr>
    <a:masterClrMapping/>
  </p:clrMapOvr>
  <p:transition spd="slow">
    <p:push dir="u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A5DF0-36EA-249A-5E71-39F52F3CFA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Visualization – Prediction - KKT</a:t>
            </a:r>
          </a:p>
        </p:txBody>
      </p:sp>
      <p:pic>
        <p:nvPicPr>
          <p:cNvPr id="7" name="Content Placeholder 6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77267F72-8CBC-BC56-BEA6-7C81E4321A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7902" y="1424970"/>
            <a:ext cx="7314595" cy="4571622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BD1256-FB02-697A-2D91-E4DEBCBB97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42D306-5886-0319-5AF0-0F61E0AD8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543610"/>
      </p:ext>
    </p:extLst>
  </p:cSld>
  <p:clrMapOvr>
    <a:masterClrMapping/>
  </p:clrMapOvr>
  <p:transition spd="slow">
    <p:push dir="u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71A9BF-0CE0-E32A-60FE-31D780BF7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 CSTR example –Training – 50 sample points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EFF8A95-AA89-DC31-1BBD-951D02721B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1678" b="419"/>
          <a:stretch/>
        </p:blipFill>
        <p:spPr>
          <a:xfrm>
            <a:off x="2830064" y="1943101"/>
            <a:ext cx="6430272" cy="3581400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BD2FCE8-49F0-C3A0-32D3-AA0592D44F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63DCCC-2DB7-4446-DD04-956913335F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2223328"/>
      </p:ext>
    </p:extLst>
  </p:cSld>
  <p:clrMapOvr>
    <a:masterClrMapping/>
  </p:clrMapOvr>
  <p:transition spd="slow">
    <p:push dir="u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3AE67-6AAA-EA54-1949-2B8C44BFA6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 CSTR example –Experiment – 50 sample points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CBE3A4A-CAD4-F180-DCB9-DD54DC4056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1174"/>
          <a:stretch/>
        </p:blipFill>
        <p:spPr>
          <a:xfrm>
            <a:off x="3065029" y="1466850"/>
            <a:ext cx="5960342" cy="4541838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9AAED5-FA0E-C825-2DFC-8ABE6F6A0B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DF6F9C-FBCD-4743-A89E-8E421C4DA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9669693"/>
      </p:ext>
    </p:extLst>
  </p:cSld>
  <p:clrMapOvr>
    <a:masterClrMapping/>
  </p:clrMapOvr>
  <p:transition spd="slow">
    <p:push dir="u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9B4940-3200-34D8-A204-8E6619F4F3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Visualization – Prediction - NN</a:t>
            </a:r>
          </a:p>
        </p:txBody>
      </p:sp>
      <p:pic>
        <p:nvPicPr>
          <p:cNvPr id="7" name="Content Placeholder 6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32F1FCFE-5634-9223-ED66-8FC5F14A11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7902" y="1424970"/>
            <a:ext cx="7314595" cy="4571622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5A5DC6-6D01-6D5B-ECC7-52AE2C1E04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5E8C4B-BE22-8026-C099-7227E34900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4896244"/>
      </p:ext>
    </p:extLst>
  </p:cSld>
  <p:clrMapOvr>
    <a:masterClrMapping/>
  </p:clrMapOvr>
  <p:transition spd="slow">
    <p:push dir="u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5991E7-33E7-32B6-2E40-F3AF30B7CE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Visualization – Prediction - KKT</a:t>
            </a:r>
          </a:p>
        </p:txBody>
      </p:sp>
      <p:pic>
        <p:nvPicPr>
          <p:cNvPr id="7" name="Content Placeholder 6" descr="A graph showing different colored lines&#10;&#10;AI-generated content may be incorrect.">
            <a:extLst>
              <a:ext uri="{FF2B5EF4-FFF2-40B4-BE49-F238E27FC236}">
                <a16:creationId xmlns:a16="http://schemas.microsoft.com/office/drawing/2014/main" id="{2CD757FE-67A0-9ECC-1D2C-71D3172650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7902" y="1424970"/>
            <a:ext cx="7314595" cy="4571622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820F5A-4C76-6729-CB2C-73FEF03016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54BDEC-4473-5AF4-712F-C1A68E468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1480199"/>
      </p:ext>
    </p:extLst>
  </p:cSld>
  <p:clrMapOvr>
    <a:masterClrMapping/>
  </p:clrMapOvr>
  <p:transition spd="slow">
    <p:push dir="u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F0CA8B-A01C-3397-A901-8E53F3BBCA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 CSTR example –Training – 10 sample points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1A9335FC-FC84-645E-01A9-801491DF05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72932" y="1934121"/>
            <a:ext cx="6344535" cy="3553321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878215-F9B5-F771-9F1C-58E0CE0A5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968019-AF30-7155-75FC-C4D768208E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706561"/>
      </p:ext>
    </p:extLst>
  </p:cSld>
  <p:clrMapOvr>
    <a:masterClrMapping/>
  </p:clrMapOvr>
  <p:transition spd="slow">
    <p:push dir="u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05CD47-B2DE-1072-FC87-9758E1F751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 CSTR example –Experiment – 10 sample points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A091D4E9-5B1B-423B-F897-31CEDB427B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68195" y="1414936"/>
            <a:ext cx="6154009" cy="4591691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30D810-D828-22CC-1BE8-90A4037FFE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CEB49A-36B8-C498-E59E-1C0B2A50A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5457740"/>
      </p:ext>
    </p:extLst>
  </p:cSld>
  <p:clrMapOvr>
    <a:masterClrMapping/>
  </p:clrMapOvr>
  <p:transition spd="slow">
    <p:push dir="u"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82A398-D769-81AD-8C41-C04B0356EA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Visualization – Prediction - NN</a:t>
            </a:r>
          </a:p>
        </p:txBody>
      </p:sp>
      <p:pic>
        <p:nvPicPr>
          <p:cNvPr id="7" name="Content Placeholder 6" descr="A graph showing different colored lines&#10;&#10;AI-generated content may be incorrect.">
            <a:extLst>
              <a:ext uri="{FF2B5EF4-FFF2-40B4-BE49-F238E27FC236}">
                <a16:creationId xmlns:a16="http://schemas.microsoft.com/office/drawing/2014/main" id="{D5D76B07-CF19-F15D-A718-80C5CA04830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7902" y="1424970"/>
            <a:ext cx="7314595" cy="4571622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85F034-A711-67A1-020D-D5B2819B04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5EC5FD-A480-6CF2-C93A-B8497274F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7724911"/>
      </p:ext>
    </p:extLst>
  </p:cSld>
  <p:clrMapOvr>
    <a:masterClrMapping/>
  </p:clrMapOvr>
  <p:transition spd="slow">
    <p:push dir="u"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F71A22-A1CB-C436-5200-51C3957ED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Visualization – Prediction - KKT</a:t>
            </a:r>
          </a:p>
        </p:txBody>
      </p:sp>
      <p:pic>
        <p:nvPicPr>
          <p:cNvPr id="7" name="Content Placeholder 6" descr="A graph showing different colored lines&#10;&#10;AI-generated content may be incorrect.">
            <a:extLst>
              <a:ext uri="{FF2B5EF4-FFF2-40B4-BE49-F238E27FC236}">
                <a16:creationId xmlns:a16="http://schemas.microsoft.com/office/drawing/2014/main" id="{D9105A86-E2ED-9009-240F-4EBA9ADC7D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7902" y="1424970"/>
            <a:ext cx="7314595" cy="4571622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BC5969-2DC7-82AE-58EF-AF59AEBE42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B057F3-8B12-60BA-0281-45A7D88293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38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218826"/>
      </p:ext>
    </p:extLst>
  </p:cSld>
  <p:clrMapOvr>
    <a:masterClrMapping/>
  </p:clrMapOvr>
  <p:transition spd="slow">
    <p:push dir="u"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582E42-03AA-475E-8508-DFA4A8CF25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 - Experiment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62E662-9251-B46F-1987-030DF3B45F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B421BA-B330-E6CE-BB0E-5EC57CFD42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39</a:t>
            </a:fld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897BB47-01E3-D7A1-38A5-14DB41A4C4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BB0A89C-18FC-D3CA-05A3-E5EE8B9096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6839" y="2128656"/>
            <a:ext cx="4458322" cy="2600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1754049"/>
      </p:ext>
    </p:extLst>
  </p:cSld>
  <p:clrMapOvr>
    <a:masterClrMapping/>
  </p:clrMapOvr>
  <p:transition spd="slow">
    <p:push dir="u"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1F58AB-1EE1-0185-DAB6-697E8D5E5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 - Training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B20606A-6A89-1E78-344B-26589CFE56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44618" y="2410437"/>
            <a:ext cx="4401164" cy="2600688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9FE4A5-4782-27CB-3B70-5CC12DC3E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0B0832-AAEB-4366-55CA-CB57FBA74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40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4229442"/>
      </p:ext>
    </p:extLst>
  </p:cSld>
  <p:clrMapOvr>
    <a:masterClrMapping/>
  </p:clrMapOvr>
  <p:transition spd="slow">
    <p:push dir="u"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 for Listening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41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0379349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UofWaterloo_WhiteBkgrd">
  <a:themeElements>
    <a:clrScheme name="UWaterloo Engineering">
      <a:dk1>
        <a:srgbClr val="000000"/>
      </a:dk1>
      <a:lt1>
        <a:srgbClr val="FFFFFF"/>
      </a:lt1>
      <a:dk2>
        <a:srgbClr val="757575"/>
      </a:dk2>
      <a:lt2>
        <a:srgbClr val="D6D6D6"/>
      </a:lt2>
      <a:accent1>
        <a:srgbClr val="B45DCB"/>
      </a:accent1>
      <a:accent2>
        <a:srgbClr val="0C0C0C"/>
      </a:accent2>
      <a:accent3>
        <a:srgbClr val="865DA4"/>
      </a:accent3>
      <a:accent4>
        <a:srgbClr val="C2A8F0"/>
      </a:accent4>
      <a:accent5>
        <a:srgbClr val="5D0096"/>
      </a:accent5>
      <a:accent6>
        <a:srgbClr val="865DA4"/>
      </a:accent6>
      <a:hlink>
        <a:srgbClr val="5D0096"/>
      </a:hlink>
      <a:folHlink>
        <a:srgbClr val="595959"/>
      </a:folHlink>
    </a:clrScheme>
    <a:fontScheme name="Custom 3">
      <a:majorFont>
        <a:latin typeface="Barlow Condensed"/>
        <a:ea typeface=""/>
        <a:cs typeface=""/>
      </a:majorFont>
      <a:minorFont>
        <a:latin typeface="Georg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ulty_of_engineering_powerpoint_template_16-9_widescreen" id="{987C9BB4-A0D7-4E4D-8D46-56A52F7D2DA8}" vid="{9C87E2C4-D19B-8F42-9558-536F7D440E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535D3CEC2F76A4CA1EC3507E2D03D36" ma:contentTypeVersion="16" ma:contentTypeDescription="Create a new document." ma:contentTypeScope="" ma:versionID="bb97bee70b1606bbb700640dacabe47f">
  <xsd:schema xmlns:xsd="http://www.w3.org/2001/XMLSchema" xmlns:xs="http://www.w3.org/2001/XMLSchema" xmlns:p="http://schemas.microsoft.com/office/2006/metadata/properties" xmlns:ns2="9bed8fe0-fd4c-4f92-9936-a2497f3396f6" xmlns:ns3="5d8f0207-1964-4a5e-9049-2927796093eb" targetNamespace="http://schemas.microsoft.com/office/2006/metadata/properties" ma:root="true" ma:fieldsID="5de26a37e5c2406e777d4ddd47cd8e40" ns2:_="" ns3:_="">
    <xsd:import namespace="9bed8fe0-fd4c-4f92-9936-a2497f3396f6"/>
    <xsd:import namespace="5d8f0207-1964-4a5e-9049-2927796093eb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ObjectDetectorVersions" minOccurs="0"/>
                <xsd:element ref="ns3:MediaServiceSearchProperties" minOccurs="0"/>
                <xsd:element ref="ns3:lcf76f155ced4ddcb4097134ff3c332f" minOccurs="0"/>
                <xsd:element ref="ns2:TaxCatchAll" minOccurs="0"/>
                <xsd:element ref="ns3:MediaServiceDateTaken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bed8fe0-fd4c-4f92-9936-a2497f3396f6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SearchPeopleOnly="false" ma:SharePointGroup="0" ma:internalName="SharedWithUsers" ma:readOnly="true" ma:showField="ImnNam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8" nillable="true" ma:displayName="Taxonomy Catch All Column" ma:hidden="true" ma:list="{ba7b523d-fb2c-44c1-96a9-2a2e1bedae48}" ma:internalName="TaxCatchAll" ma:showField="CatchAllData" ma:web="9bed8fe0-fd4c-4f92-9936-a2497f3396f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d8f0207-1964-4a5e-9049-2927796093e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cbf906fe-3e8e-4b22-a6fd-bde302b9218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2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4" ma:displayName="Content Type"/>
        <xsd:element ref="dc:title" minOccurs="0" maxOccurs="1" ma:index="3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d8f0207-1964-4a5e-9049-2927796093eb">
      <Terms xmlns="http://schemas.microsoft.com/office/infopath/2007/PartnerControls"/>
    </lcf76f155ced4ddcb4097134ff3c332f>
    <TaxCatchAll xmlns="9bed8fe0-fd4c-4f92-9936-a2497f3396f6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796CB3A-B122-4517-855C-0F4A88E980E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bed8fe0-fd4c-4f92-9936-a2497f3396f6"/>
    <ds:schemaRef ds:uri="5d8f0207-1964-4a5e-9049-2927796093e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46C92BA-2C15-4648-8094-8AE24EF764A2}">
  <ds:schemaRefs>
    <ds:schemaRef ds:uri="http://schemas.microsoft.com/office/2006/metadata/properties"/>
    <ds:schemaRef ds:uri="http://schemas.microsoft.com/office/infopath/2007/PartnerControls"/>
    <ds:schemaRef ds:uri="5d8f0207-1964-4a5e-9049-2927796093eb"/>
    <ds:schemaRef ds:uri="9bed8fe0-fd4c-4f92-9936-a2497f3396f6"/>
  </ds:schemaRefs>
</ds:datastoreItem>
</file>

<file path=customXml/itemProps3.xml><?xml version="1.0" encoding="utf-8"?>
<ds:datastoreItem xmlns:ds="http://schemas.openxmlformats.org/officeDocument/2006/customXml" ds:itemID="{87F4C4DB-07ED-49AD-9A79-4094EE45E6E4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723a5a87-f39a-4a22-9247-3fc240c01396}" enabled="0" method="" siteId="{723a5a87-f39a-4a22-9247-3fc240c01396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engineering_powerpoint_template_16-9_widescreen</Template>
  <TotalTime>7401</TotalTime>
  <Words>468</Words>
  <Application>Microsoft Office PowerPoint</Application>
  <PresentationFormat>Widescreen</PresentationFormat>
  <Paragraphs>122</Paragraphs>
  <Slides>41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8" baseType="lpstr">
      <vt:lpstr>Arial</vt:lpstr>
      <vt:lpstr>Barlow Condensed</vt:lpstr>
      <vt:lpstr>Calibri</vt:lpstr>
      <vt:lpstr>Georgia</vt:lpstr>
      <vt:lpstr>Verdana</vt:lpstr>
      <vt:lpstr>Wingdings</vt:lpstr>
      <vt:lpstr>UofWaterloo_WhiteBkgrd</vt:lpstr>
      <vt:lpstr>Research Progress Update</vt:lpstr>
      <vt:lpstr>Our CSTR example –Training – 1000 sample points</vt:lpstr>
      <vt:lpstr>Our CSTR example – Experiment – 1000 sample points</vt:lpstr>
      <vt:lpstr>Paper – CSTR case study - Training</vt:lpstr>
      <vt:lpstr>Paper – CSTR case study - Experiment</vt:lpstr>
      <vt:lpstr>Our CSTR example –Training – 600 sample points</vt:lpstr>
      <vt:lpstr>Our CSTR example –Experiment – 600 sample points</vt:lpstr>
      <vt:lpstr>Our CSTR example –Training – 300 sample points</vt:lpstr>
      <vt:lpstr>Our CSTR example –Experiment – 300 sample points</vt:lpstr>
      <vt:lpstr>Our CSTR example –Training – 300 sample points - Run again</vt:lpstr>
      <vt:lpstr>Our CSTR example –Experiment – 300 sample points – Run again</vt:lpstr>
      <vt:lpstr>Visualization – Prediction - NN</vt:lpstr>
      <vt:lpstr>Visualization – Prediction - KKT</vt:lpstr>
      <vt:lpstr>Last run -KKT</vt:lpstr>
      <vt:lpstr>Our CSTR example –Training – 400 sample points</vt:lpstr>
      <vt:lpstr>Our CSTR example –Experiment – 400 sample points</vt:lpstr>
      <vt:lpstr>Visualization – Prediction - NN</vt:lpstr>
      <vt:lpstr>Visualization – Prediction - KKT</vt:lpstr>
      <vt:lpstr>Our CSTR example –Training – 500 sample points</vt:lpstr>
      <vt:lpstr>Our CSTR example –Experiment – 500 sample points</vt:lpstr>
      <vt:lpstr>Visualization – Prediction - NN</vt:lpstr>
      <vt:lpstr>PowerPoint Presentation</vt:lpstr>
      <vt:lpstr>Our CSTR example –Training – 200 sample points</vt:lpstr>
      <vt:lpstr>Our CSTR example –Experiment – 200 sample points</vt:lpstr>
      <vt:lpstr>Visualization – Prediction - NN</vt:lpstr>
      <vt:lpstr>Visualization – Prediction - KKT</vt:lpstr>
      <vt:lpstr>Our CSTR example –Training – 100 sample points</vt:lpstr>
      <vt:lpstr>Our CSTR example –Experiment – 100 sample points</vt:lpstr>
      <vt:lpstr>Visualization – Prediction - NN</vt:lpstr>
      <vt:lpstr>Visualization – Prediction - KKT</vt:lpstr>
      <vt:lpstr>Our CSTR example –Training – 50 sample points</vt:lpstr>
      <vt:lpstr>Our CSTR example –Experiment – 50 sample points</vt:lpstr>
      <vt:lpstr>Visualization – Prediction - NN</vt:lpstr>
      <vt:lpstr>Visualization – Prediction - KKT</vt:lpstr>
      <vt:lpstr>Our CSTR example –Training – 10 sample points</vt:lpstr>
      <vt:lpstr>Our CSTR example –Experiment – 10 sample points</vt:lpstr>
      <vt:lpstr>Visualization – Prediction - NN</vt:lpstr>
      <vt:lpstr>Visualization – Prediction - KKT</vt:lpstr>
      <vt:lpstr>Conclusion - Experiment</vt:lpstr>
      <vt:lpstr>Conclusion - Training</vt:lpstr>
      <vt:lpstr>Thank You for Listening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Fateme Mohammad Mohammadi</dc:creator>
  <cp:lastModifiedBy>Fateme Mohammad Mohammadi</cp:lastModifiedBy>
  <cp:revision>70</cp:revision>
  <dcterms:created xsi:type="dcterms:W3CDTF">2024-09-20T14:42:09Z</dcterms:created>
  <dcterms:modified xsi:type="dcterms:W3CDTF">2025-04-01T17:53:34Z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0x0101009535D3CEC2F76A4CA1EC3507E2D03D36</vt:lpwstr>
  </property>
</Properties>
</file>