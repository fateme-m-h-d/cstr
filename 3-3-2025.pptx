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4BAD7-E82C-B2AA-476D-BE8BD2083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E7A0C-957B-0EDB-44D3-C3D5339FA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20227-9C31-8558-6D72-BD9550A6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22A89-A2E1-42FE-B0C0-50A38770250D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B3B4A-544C-CBAB-46DD-AF5C809F7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28BAD-A437-DAB6-DF8E-841EA5B1F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711-1BE8-492B-8E5E-62402141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31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05C2-3D31-F3DF-8D69-88A69570A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7FAA2-3936-6E1C-2D11-07696AB9B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EE9E4-98D7-84F8-A09C-E7E7FBFDC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22A89-A2E1-42FE-B0C0-50A38770250D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22D1B-D5DA-C223-C4F3-1068E1F90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24B66-049B-E9D2-9705-6C50B724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711-1BE8-492B-8E5E-62402141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9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805B-07A8-79F4-CA68-5EF636BDE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FF96E-120D-8592-08FD-CC8A1718E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0BC26-72AF-B7FC-5A10-DD2067A2E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22A89-A2E1-42FE-B0C0-50A38770250D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66F0E-E9BD-6BAE-6C3F-D90B38597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63572-E7C4-E895-2284-220ED37A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711-1BE8-492B-8E5E-62402141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3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16F0-50DE-8FAF-EAC3-3EBF4832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EB7A2-9A61-5ED6-D23B-23B719298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D5D25-EA17-6A00-6C6D-6A08FEEA8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A9D84-F314-7E33-AC8D-C43188E84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22A89-A2E1-42FE-B0C0-50A38770250D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97090-FD1C-BBEA-17C3-85925225D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D1CDF-6761-DFBA-6888-BEB6900F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711-1BE8-492B-8E5E-62402141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5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6F1C-E670-294F-413F-183E6F007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1A187-2D00-6C23-5B62-A2B038D15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AB009-1D3C-7859-8783-7C96C432B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73D80-0A70-7A3F-5002-50EEC621B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5F3AFA-58B8-AA48-41FB-BD09FAFD4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BDDEA8-3C68-EEFE-200D-462EA8694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22A89-A2E1-42FE-B0C0-50A38770250D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353A9B-C09C-A2FD-03EF-A3A042B3D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D92C28-A449-1F62-867B-89A013A8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711-1BE8-492B-8E5E-62402141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8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5375-5A32-17D4-5812-80777975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2D724-32A4-1020-5EF8-FD055791B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22A89-A2E1-42FE-B0C0-50A38770250D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D380D-469C-9E98-D217-B7B8D1748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D8C640-4C83-8ED8-94D2-78FD05E8A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711-1BE8-492B-8E5E-62402141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9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1A6820-6745-906A-ECF6-338A704D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22A89-A2E1-42FE-B0C0-50A38770250D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34AD3F-513D-0655-1606-C59573ED5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2842B-576E-E924-DDFC-75A91E209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711-1BE8-492B-8E5E-62402141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355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CE9A7-DF3F-1D46-8E4F-DE804F52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0CFD0-A488-D550-42C8-01225D652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DBE83-A534-CD78-F1C6-119C27EC9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A68EA2-7B9D-FE9D-912F-5CBD837F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22A89-A2E1-42FE-B0C0-50A38770250D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22504-EE40-0C60-14E3-E028A4BA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D783B-46D2-93ED-F7FB-C325E8DB3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711-1BE8-492B-8E5E-62402141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16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E4F4F-8634-03BB-8813-C352688EC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5353EA-A125-D53B-B55E-BE39C3046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C0062-0DF2-628B-800A-6CA6BED75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0CAF0-B21A-3844-936D-4888AB13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22A89-A2E1-42FE-B0C0-50A38770250D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486BE-C7BA-4501-83FF-918DEB13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5971D-5801-C406-F4EC-D87D9B0F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711-1BE8-492B-8E5E-62402141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47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9EA6F-AB01-0FD1-E483-5E773A803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B3FEB-08E8-214D-6D6C-51020EF0D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61F6-5236-6E82-89F3-926C829D9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22A89-A2E1-42FE-B0C0-50A38770250D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F229E-8B4A-FFD3-BB2B-5A5C65FD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8366-8BB6-29B4-DD7D-8A2FCBE5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711-1BE8-492B-8E5E-62402141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15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102782-34E4-30AA-0CEB-712DAF727C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BB21A6-A0A0-F012-C34F-CCE125D50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ED629-3084-8A70-F244-D24CA92A9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22A89-A2E1-42FE-B0C0-50A38770250D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87A74-9232-43B6-43A4-35ED75422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0C9FC-CD67-F2A1-1902-08D57C32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D711-1BE8-492B-8E5E-62402141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94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0A2674-8BFE-3EDA-BE21-BF2D8CEB3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F78AB-3A4C-0474-6E1A-E2DD93EBE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BC615-C927-617C-7DBB-773E7E16B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22A89-A2E1-42FE-B0C0-50A38770250D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5ECB0-46A1-7977-2F99-3A287D548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1135E-4231-A060-0E1B-0B07E7D83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3D711-1BE8-492B-8E5E-62402141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28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45F9-9E44-BC2F-C75E-230ED47505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3/3/2025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C4989D-42DE-33AB-C7EC-F225EB5610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48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5DC0D-3CD0-DCFE-F829-69B515F22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8863E6-7553-6D01-BACC-5FF2E7A409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986" b="4011"/>
          <a:stretch/>
        </p:blipFill>
        <p:spPr>
          <a:xfrm>
            <a:off x="1996604" y="1955549"/>
            <a:ext cx="8198791" cy="4046899"/>
          </a:xfrm>
        </p:spPr>
      </p:pic>
    </p:spTree>
    <p:extLst>
      <p:ext uri="{BB962C8B-B14F-4D97-AF65-F5344CB8AC3E}">
        <p14:creationId xmlns:p14="http://schemas.microsoft.com/office/powerpoint/2010/main" val="251367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DE194-0D78-C182-A5ED-6C6D3CAB7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T-test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BEDB70-1FC3-C31A-5BB2-10394342C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0029" y="1825625"/>
            <a:ext cx="6951942" cy="4351338"/>
          </a:xfrm>
        </p:spPr>
      </p:pic>
    </p:spTree>
    <p:extLst>
      <p:ext uri="{BB962C8B-B14F-4D97-AF65-F5344CB8AC3E}">
        <p14:creationId xmlns:p14="http://schemas.microsoft.com/office/powerpoint/2010/main" val="1258044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3/3/2025</vt:lpstr>
      <vt:lpstr>Histograms</vt:lpstr>
      <vt:lpstr>T-test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3</cp:revision>
  <dcterms:created xsi:type="dcterms:W3CDTF">2025-03-03T18:10:31Z</dcterms:created>
  <dcterms:modified xsi:type="dcterms:W3CDTF">2025-03-03T22:30:30Z</dcterms:modified>
</cp:coreProperties>
</file>