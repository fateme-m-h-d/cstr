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63" r:id="rId6"/>
    <p:sldId id="300" r:id="rId7"/>
    <p:sldId id="302" r:id="rId8"/>
    <p:sldId id="301" r:id="rId9"/>
    <p:sldId id="303" r:id="rId10"/>
    <p:sldId id="304" r:id="rId11"/>
    <p:sldId id="305" r:id="rId12"/>
    <p:sldId id="306" r:id="rId13"/>
    <p:sldId id="307" r:id="rId14"/>
    <p:sldId id="308" r:id="rId15"/>
    <p:sldId id="310" r:id="rId16"/>
    <p:sldId id="309" r:id="rId17"/>
    <p:sldId id="311" r:id="rId18"/>
    <p:sldId id="313" r:id="rId19"/>
    <p:sldId id="312" r:id="rId20"/>
    <p:sldId id="29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3/27/2025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3/27/2025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3/27/2025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3/27/2025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3/27/2025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3/27/2025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3/27/2025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3/27/2025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Fateme Mohammad Mohammadi,</a:t>
            </a:r>
            <a:br>
              <a:rPr lang="en-US" dirty="0"/>
            </a:br>
            <a:r>
              <a:rPr lang="en-US" dirty="0"/>
              <a:t>Chemical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3/24/2025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1000 sample points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C21B42-D1BB-7461-A91C-45ADC50D7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921" y="1412875"/>
            <a:ext cx="8044558" cy="4595813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0728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C685-DF65-2078-9AE6-CF0EC13F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 Experiment – 1000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6F39F7-9DEE-C17F-289F-BD9D97025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367" y="1412875"/>
            <a:ext cx="6321666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AB210-8385-CA3C-CC16-8E3E5C7C4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3EA39-819A-5DF2-5A2A-55390573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4780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B8D3-8147-245F-A161-F2A2FBE6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– CSTR case study - Training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F7BF20-61B9-DDF6-8057-86E5B1FE0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7463" y="1412875"/>
            <a:ext cx="8315474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D1CAA-ABB6-658F-E924-9C8FFB93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A67FD-AA60-B594-E446-CE1DD7FB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64137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B720-4F00-E3CD-C7FE-81406C1E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– CSTR case study - Experiment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0FD501-CF4E-4823-6D7D-ECADA9799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9535" y="1412875"/>
            <a:ext cx="6311329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ACE50-B8E7-5A56-1D86-72C37EA4E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3D722-D251-F9AD-2026-D5DB94E5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24934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FBDD-16C2-F445-EEB7-B717BF5E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600 sample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90EA2-2FFD-AEAA-9DA6-A1C1CB13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6E5F8-9AD8-E28F-4C8F-A0428C1C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E8CAC6F-C1AB-90A1-BC0E-6B5E17C21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67" t="774" b="1"/>
          <a:stretch/>
        </p:blipFill>
        <p:spPr>
          <a:xfrm>
            <a:off x="2948298" y="1572426"/>
            <a:ext cx="6254879" cy="4310358"/>
          </a:xfrm>
        </p:spPr>
      </p:pic>
    </p:spTree>
    <p:extLst>
      <p:ext uri="{BB962C8B-B14F-4D97-AF65-F5344CB8AC3E}">
        <p14:creationId xmlns:p14="http://schemas.microsoft.com/office/powerpoint/2010/main" val="206294432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234A5-FB41-511C-F5C4-7676FC50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8C1C8-A8C3-F0BC-4C4B-C2AC40FA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600 sample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C5271-C7B0-0403-516C-A1ABD0B2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E700F-2611-AEF0-DF76-8FE33DA0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10">
            <a:extLst>
              <a:ext uri="{FF2B5EF4-FFF2-40B4-BE49-F238E27FC236}">
                <a16:creationId xmlns:a16="http://schemas.microsoft.com/office/drawing/2014/main" id="{C0F50AB7-5E8A-16C1-78C5-5BF61D921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41" b="5042"/>
          <a:stretch/>
        </p:blipFill>
        <p:spPr>
          <a:xfrm>
            <a:off x="2992011" y="1519009"/>
            <a:ext cx="6106377" cy="4383545"/>
          </a:xfrm>
        </p:spPr>
      </p:pic>
    </p:spTree>
    <p:extLst>
      <p:ext uri="{BB962C8B-B14F-4D97-AF65-F5344CB8AC3E}">
        <p14:creationId xmlns:p14="http://schemas.microsoft.com/office/powerpoint/2010/main" val="335541867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1A06D-62B4-478E-C1A8-8CC92415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29CD-2AE6-C4FA-AE31-FB639EACD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300 sample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000E5A-6EA8-C706-4AA5-AE91011B1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7A5DB-81A7-643C-986B-7DC3EEC0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717260-C1C1-3738-0B53-F612F48B6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66" b="852"/>
          <a:stretch/>
        </p:blipFill>
        <p:spPr>
          <a:xfrm>
            <a:off x="2839590" y="1683521"/>
            <a:ext cx="6411220" cy="4059253"/>
          </a:xfrm>
        </p:spPr>
      </p:pic>
    </p:spTree>
    <p:extLst>
      <p:ext uri="{BB962C8B-B14F-4D97-AF65-F5344CB8AC3E}">
        <p14:creationId xmlns:p14="http://schemas.microsoft.com/office/powerpoint/2010/main" val="123733709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0F51-11B7-0F07-BFD0-B66FA67C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300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865B3D9-F8F6-9D39-E0F8-4A6BB329B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68"/>
          <a:stretch/>
        </p:blipFill>
        <p:spPr>
          <a:xfrm>
            <a:off x="3071718" y="1452785"/>
            <a:ext cx="5946963" cy="455590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AF974-4E24-DB77-FD2D-3FFA7A01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6A7B4-67E3-3856-F005-E6F8773F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54392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B668B-2075-560B-E81D-AA8E91B3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–Training – 300 sample points - Run again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0600E0-DC28-84FB-91E6-1B3624345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3" b="-1"/>
          <a:stretch/>
        </p:blipFill>
        <p:spPr>
          <a:xfrm>
            <a:off x="2482581" y="1451113"/>
            <a:ext cx="7125238" cy="455757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88029-A0A4-C3AC-4B7C-9937FCC1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21055-D150-B9F0-3B53-969F1F0A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5393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9968-4015-F3BF-8BD6-08A10FDB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300 sample points – Run again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7FD205-6CCC-F1F4-4699-FF090158D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876"/>
          <a:stretch/>
        </p:blipFill>
        <p:spPr>
          <a:xfrm>
            <a:off x="3091169" y="1412875"/>
            <a:ext cx="5908062" cy="437169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51FC7-1141-EE6F-86B0-8DCABE60E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BE904-CB3E-69C6-2C96-75C1A99E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35995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764B-659C-1EC1-0A2B-109F4BB6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NN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B101512D-F0A0-F6E0-60F1-43D252CC6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E8C1F-CC28-88DA-E2A6-37F3FBF6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E38AD-E949-CC2E-25F5-58D9861B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73489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89F94-6631-A38C-D96F-F703EFC7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KKT</a:t>
            </a:r>
          </a:p>
        </p:txBody>
      </p:sp>
      <p:pic>
        <p:nvPicPr>
          <p:cNvPr id="7" name="Content Placeholder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0502C1FA-DE6B-A5D5-EAC9-9074E6D78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CAE36-CB44-285E-7555-21434FA2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6AFB1-620F-B7AC-0FD7-AFD6D424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1605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6FFE-24DB-66B8-BD4B-A34869D6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CSTR example –Experiment – 400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1078E3-298A-4DBD-331A-04639D344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290" y="1412875"/>
            <a:ext cx="6585819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D4687-187D-B7CA-DE98-65D946A2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C6D32-5020-2BC3-1E35-7924EDE7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2832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E7FC-58E9-5605-24C2-5E8B67B1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NN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6405886F-9E8A-1FB8-1F3F-B0B3CC6E8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9AA3E-28D3-3B2C-A5B4-34EA44C19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BAB70-D235-6AF4-5ABA-6DF25CF4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68768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A8FA-AEE3-5FDC-A551-EFDF7072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Prediction - KKT</a:t>
            </a:r>
          </a:p>
        </p:txBody>
      </p:sp>
      <p:pic>
        <p:nvPicPr>
          <p:cNvPr id="7" name="Content Placeholder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526A6332-CF91-7251-2B99-FA0E49035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02" y="1424970"/>
            <a:ext cx="7314595" cy="45716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9F83B-2D35-D38A-9AB9-806C4AFE3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A9F0A-6163-AD0C-A1C0-4083706E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46074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7934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customXml/itemProps3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engineering_powerpoint_template_16-9_widescreen</Template>
  <TotalTime>2901</TotalTime>
  <Words>201</Words>
  <Application>Microsoft Office PowerPoint</Application>
  <PresentationFormat>Widescreen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Research Progress Update</vt:lpstr>
      <vt:lpstr>Our CSTR example –Training – 1000 sample points</vt:lpstr>
      <vt:lpstr>Our CSTR example – Experiment – 1000 sample points</vt:lpstr>
      <vt:lpstr>Paper – CSTR case study - Training</vt:lpstr>
      <vt:lpstr>Paper – CSTR case study - Experiment</vt:lpstr>
      <vt:lpstr>Our CSTR example –Training – 600 sample points</vt:lpstr>
      <vt:lpstr>Our CSTR example –Experiment – 600 sample points</vt:lpstr>
      <vt:lpstr>Our CSTR example –Training – 300 sample points</vt:lpstr>
      <vt:lpstr>Our CSTR example –Experiment – 300 sample points</vt:lpstr>
      <vt:lpstr>Our CSTR example –Training – 300 sample points - Run again</vt:lpstr>
      <vt:lpstr>Our CSTR example –Experiment – 300 sample points – Run again</vt:lpstr>
      <vt:lpstr>Visualization – Prediction - NN</vt:lpstr>
      <vt:lpstr>Visualization – Prediction - KKT</vt:lpstr>
      <vt:lpstr>Our CSTR example –Experiment – 400 sample points</vt:lpstr>
      <vt:lpstr>Visualization – Prediction - NN</vt:lpstr>
      <vt:lpstr>Visualization – Prediction - KKT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28</cp:revision>
  <dcterms:created xsi:type="dcterms:W3CDTF">2024-09-20T14:42:09Z</dcterms:created>
  <dcterms:modified xsi:type="dcterms:W3CDTF">2025-03-27T20:41:11Z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